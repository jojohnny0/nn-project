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5" r:id="rId3"/>
    <p:sldId id="277" r:id="rId4"/>
    <p:sldId id="286" r:id="rId5"/>
    <p:sldId id="288" r:id="rId6"/>
    <p:sldId id="266" r:id="rId7"/>
    <p:sldId id="269" r:id="rId8"/>
    <p:sldId id="287" r:id="rId9"/>
    <p:sldId id="283" r:id="rId10"/>
  </p:sldIdLst>
  <p:sldSz cx="18288000" cy="10287000"/>
  <p:notesSz cx="6858000" cy="9144000"/>
  <p:embeddedFontLst>
    <p:embeddedFont>
      <p:font typeface="Gotham" panose="020B0604020202020204" charset="0"/>
      <p:regular r:id="rId11"/>
    </p:embeddedFont>
    <p:embeddedFont>
      <p:font typeface="Gotham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1F7"/>
    <a:srgbClr val="108AC4"/>
    <a:srgbClr val="EB46A3"/>
    <a:srgbClr val="C849CC"/>
    <a:srgbClr val="4D8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7F1D5-B1C8-EA87-1FFA-5E25EFAE0FEF}" v="5744" dt="2026-02-02T18:19:14.405"/>
    <p1510:client id="{FA2D499F-94C9-ECF1-A333-53639FD334D4}" v="70" dt="2026-02-02T14:48:16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ile scuro 1 - Colore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ile scuro 1 - Color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ile scuro 1 - Color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le chiaro 1 - Color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ile con tema 1 - Color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ile con tema 1 - Color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ile con tema 1 - Color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Stile chiaro 3 - Color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o Massimo Carioti" userId="S::carioti.1983063@studenti.uniroma1.it::0c34bd9a-3cd2-4c68-b93a-dd13a6d4471f" providerId="AD" clId="Web-{FA2D499F-94C9-ECF1-A333-53639FD334D4}"/>
    <pc:docChg chg="modSld">
      <pc:chgData name="Valerio Massimo Carioti" userId="S::carioti.1983063@studenti.uniroma1.it::0c34bd9a-3cd2-4c68-b93a-dd13a6d4471f" providerId="AD" clId="Web-{FA2D499F-94C9-ECF1-A333-53639FD334D4}" dt="2026-02-02T14:48:15.221" v="36" actId="20577"/>
      <pc:docMkLst>
        <pc:docMk/>
      </pc:docMkLst>
      <pc:sldChg chg="modSp">
        <pc:chgData name="Valerio Massimo Carioti" userId="S::carioti.1983063@studenti.uniroma1.it::0c34bd9a-3cd2-4c68-b93a-dd13a6d4471f" providerId="AD" clId="Web-{FA2D499F-94C9-ECF1-A333-53639FD334D4}" dt="2026-02-02T14:48:15.221" v="36" actId="20577"/>
        <pc:sldMkLst>
          <pc:docMk/>
          <pc:sldMk cId="0" sldId="256"/>
        </pc:sldMkLst>
        <pc:spChg chg="mod">
          <ac:chgData name="Valerio Massimo Carioti" userId="S::carioti.1983063@studenti.uniroma1.it::0c34bd9a-3cd2-4c68-b93a-dd13a6d4471f" providerId="AD" clId="Web-{FA2D499F-94C9-ECF1-A333-53639FD334D4}" dt="2026-02-02T14:48:15.221" v="36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Valerio Massimo Carioti" userId="S::carioti.1983063@studenti.uniroma1.it::0c34bd9a-3cd2-4c68-b93a-dd13a6d4471f" providerId="AD" clId="Web-{FA2D499F-94C9-ECF1-A333-53639FD334D4}" dt="2026-02-02T14:47:10.171" v="8" actId="20577"/>
          <ac:spMkLst>
            <pc:docMk/>
            <pc:sldMk cId="0" sldId="256"/>
            <ac:spMk id="19" creationId="{00000000-0000-0000-0000-000000000000}"/>
          </ac:spMkLst>
        </pc:spChg>
      </pc:sldChg>
    </pc:docChg>
  </pc:docChgLst>
  <pc:docChgLst>
    <pc:chgData name="Valerio Massimo Carioti" userId="S::carioti.1983063@studenti.uniroma1.it::0c34bd9a-3cd2-4c68-b93a-dd13a6d4471f" providerId="AD" clId="Web-{6C47F1D5-B1C8-EA87-1FFA-5E25EFAE0FEF}"/>
    <pc:docChg chg="addSld delSld modSld sldOrd">
      <pc:chgData name="Valerio Massimo Carioti" userId="S::carioti.1983063@studenti.uniroma1.it::0c34bd9a-3cd2-4c68-b93a-dd13a6d4471f" providerId="AD" clId="Web-{6C47F1D5-B1C8-EA87-1FFA-5E25EFAE0FEF}" dt="2026-02-02T18:19:14.405" v="3607"/>
      <pc:docMkLst>
        <pc:docMk/>
      </pc:docMkLst>
      <pc:sldChg chg="addSp delSp modSp">
        <pc:chgData name="Valerio Massimo Carioti" userId="S::carioti.1983063@studenti.uniroma1.it::0c34bd9a-3cd2-4c68-b93a-dd13a6d4471f" providerId="AD" clId="Web-{6C47F1D5-B1C8-EA87-1FFA-5E25EFAE0FEF}" dt="2026-02-02T17:32:28.113" v="3329"/>
        <pc:sldMkLst>
          <pc:docMk/>
          <pc:sldMk cId="0" sldId="265"/>
        </pc:sldMkLst>
        <pc:spChg chg="mod">
          <ac:chgData name="Valerio Massimo Carioti" userId="S::carioti.1983063@studenti.uniroma1.it::0c34bd9a-3cd2-4c68-b93a-dd13a6d4471f" providerId="AD" clId="Web-{6C47F1D5-B1C8-EA87-1FFA-5E25EFAE0FEF}" dt="2026-02-02T17:14:07.634" v="2789" actId="1076"/>
          <ac:spMkLst>
            <pc:docMk/>
            <pc:sldMk cId="0" sldId="265"/>
            <ac:spMk id="32" creationId="{47C096A0-F633-E1E5-109F-EAB2C26ADE5E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14:13.321" v="2791" actId="1076"/>
          <ac:spMkLst>
            <pc:docMk/>
            <pc:sldMk cId="0" sldId="265"/>
            <ac:spMk id="43" creationId="{3ACD7644-5E4B-B8EB-DD3A-7CD21B8BFE15}"/>
          </ac:spMkLst>
        </pc:spChg>
        <pc:grpChg chg="mod">
          <ac:chgData name="Valerio Massimo Carioti" userId="S::carioti.1983063@studenti.uniroma1.it::0c34bd9a-3cd2-4c68-b93a-dd13a6d4471f" providerId="AD" clId="Web-{6C47F1D5-B1C8-EA87-1FFA-5E25EFAE0FEF}" dt="2026-02-02T17:13:57.930" v="2786" actId="1076"/>
          <ac:grpSpMkLst>
            <pc:docMk/>
            <pc:sldMk cId="0" sldId="265"/>
            <ac:grpSpMk id="9" creationId="{6AA26314-32DC-6A4D-0CF7-38EB75DB69DC}"/>
          </ac:grpSpMkLst>
        </pc:grpChg>
        <pc:picChg chg="add del mod modCrop">
          <ac:chgData name="Valerio Massimo Carioti" userId="S::carioti.1983063@studenti.uniroma1.it::0c34bd9a-3cd2-4c68-b93a-dd13a6d4471f" providerId="AD" clId="Web-{6C47F1D5-B1C8-EA87-1FFA-5E25EFAE0FEF}" dt="2026-02-02T17:32:28.113" v="3329"/>
          <ac:picMkLst>
            <pc:docMk/>
            <pc:sldMk cId="0" sldId="265"/>
            <ac:picMk id="2" creationId="{F1581EB6-79BA-A38B-FE99-84D975BF35BD}"/>
          </ac:picMkLst>
        </pc:picChg>
        <pc:picChg chg="del">
          <ac:chgData name="Valerio Massimo Carioti" userId="S::carioti.1983063@studenti.uniroma1.it::0c34bd9a-3cd2-4c68-b93a-dd13a6d4471f" providerId="AD" clId="Web-{6C47F1D5-B1C8-EA87-1FFA-5E25EFAE0FEF}" dt="2026-02-02T15:00:34.256" v="153"/>
          <ac:picMkLst>
            <pc:docMk/>
            <pc:sldMk cId="0" sldId="265"/>
            <ac:picMk id="10" creationId="{B62C0098-7984-0BD9-83C1-565F18695868}"/>
          </ac:picMkLst>
        </pc:picChg>
      </pc:sldChg>
      <pc:sldChg chg="addSp delSp modSp">
        <pc:chgData name="Valerio Massimo Carioti" userId="S::carioti.1983063@studenti.uniroma1.it::0c34bd9a-3cd2-4c68-b93a-dd13a6d4471f" providerId="AD" clId="Web-{6C47F1D5-B1C8-EA87-1FFA-5E25EFAE0FEF}" dt="2026-02-02T17:44:25.099" v="3482"/>
        <pc:sldMkLst>
          <pc:docMk/>
          <pc:sldMk cId="0" sldId="266"/>
        </pc:sldMkLst>
        <pc:spChg chg="add mod">
          <ac:chgData name="Valerio Massimo Carioti" userId="S::carioti.1983063@studenti.uniroma1.it::0c34bd9a-3cd2-4c68-b93a-dd13a6d4471f" providerId="AD" clId="Web-{6C47F1D5-B1C8-EA87-1FFA-5E25EFAE0FEF}" dt="2026-02-02T16:06:53.085" v="1448" actId="1076"/>
          <ac:spMkLst>
            <pc:docMk/>
            <pc:sldMk cId="0" sldId="266"/>
            <ac:spMk id="2" creationId="{E46B8A60-7BA5-D397-61C3-25962FEDFE14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6:06:53.132" v="1449" actId="1076"/>
          <ac:spMkLst>
            <pc:docMk/>
            <pc:sldMk cId="0" sldId="266"/>
            <ac:spMk id="13" creationId="{60E82AF1-91D8-84B9-C0D4-412E518B6F09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6:06:53.054" v="1447" actId="1076"/>
          <ac:spMkLst>
            <pc:docMk/>
            <pc:sldMk cId="0" sldId="266"/>
            <ac:spMk id="32" creationId="{00000000-0000-0000-0000-000000000000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6:06:45.069" v="1446" actId="1076"/>
          <ac:spMkLst>
            <pc:docMk/>
            <pc:sldMk cId="0" sldId="266"/>
            <ac:spMk id="33" creationId="{3DBB2C87-8296-61C3-B76C-D7A4E1D9FE04}"/>
          </ac:spMkLst>
        </pc:spChg>
        <pc:spChg chg="del">
          <ac:chgData name="Valerio Massimo Carioti" userId="S::carioti.1983063@studenti.uniroma1.it::0c34bd9a-3cd2-4c68-b93a-dd13a6d4471f" providerId="AD" clId="Web-{6C47F1D5-B1C8-EA87-1FFA-5E25EFAE0FEF}" dt="2026-02-02T15:51:00.074" v="1147"/>
          <ac:spMkLst>
            <pc:docMk/>
            <pc:sldMk cId="0" sldId="266"/>
            <ac:spMk id="37" creationId="{9F78551A-8F68-4F48-D331-07815E33A8B1}"/>
          </ac:spMkLst>
        </pc:spChg>
        <pc:spChg chg="del">
          <ac:chgData name="Valerio Massimo Carioti" userId="S::carioti.1983063@studenti.uniroma1.it::0c34bd9a-3cd2-4c68-b93a-dd13a6d4471f" providerId="AD" clId="Web-{6C47F1D5-B1C8-EA87-1FFA-5E25EFAE0FEF}" dt="2026-02-02T15:51:00.074" v="1146"/>
          <ac:spMkLst>
            <pc:docMk/>
            <pc:sldMk cId="0" sldId="266"/>
            <ac:spMk id="47" creationId="{52F0043D-C4F7-1CD4-C26B-C3BE49E877B7}"/>
          </ac:spMkLst>
        </pc:spChg>
        <pc:grpChg chg="add del mod">
          <ac:chgData name="Valerio Massimo Carioti" userId="S::carioti.1983063@studenti.uniroma1.it::0c34bd9a-3cd2-4c68-b93a-dd13a6d4471f" providerId="AD" clId="Web-{6C47F1D5-B1C8-EA87-1FFA-5E25EFAE0FEF}" dt="2026-02-02T16:08:51.901" v="1467" actId="1076"/>
          <ac:grpSpMkLst>
            <pc:docMk/>
            <pc:sldMk cId="0" sldId="266"/>
            <ac:grpSpMk id="3" creationId="{00000000-0000-0000-0000-000000000000}"/>
          </ac:grpSpMkLst>
        </pc:grpChg>
        <pc:grpChg chg="del mod">
          <ac:chgData name="Valerio Massimo Carioti" userId="S::carioti.1983063@studenti.uniroma1.it::0c34bd9a-3cd2-4c68-b93a-dd13a6d4471f" providerId="AD" clId="Web-{6C47F1D5-B1C8-EA87-1FFA-5E25EFAE0FEF}" dt="2026-02-02T17:44:14.630" v="3467"/>
          <ac:grpSpMkLst>
            <pc:docMk/>
            <pc:sldMk cId="0" sldId="266"/>
            <ac:grpSpMk id="9" creationId="{FB20800D-5C24-F330-0487-E1D703596ED5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74"/>
          <ac:grpSpMkLst>
            <pc:docMk/>
            <pc:sldMk cId="0" sldId="266"/>
            <ac:grpSpMk id="12" creationId="{925BA85B-FD88-04CB-68D2-B454CD13F499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73"/>
          <ac:grpSpMkLst>
            <pc:docMk/>
            <pc:sldMk cId="0" sldId="266"/>
            <ac:grpSpMk id="16" creationId="{7AC63A55-528A-B0EE-158A-7DC121DE8026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72"/>
          <ac:grpSpMkLst>
            <pc:docMk/>
            <pc:sldMk cId="0" sldId="266"/>
            <ac:grpSpMk id="20" creationId="{3480D633-B756-E032-24ED-BC940F5620CC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71"/>
          <ac:grpSpMkLst>
            <pc:docMk/>
            <pc:sldMk cId="0" sldId="266"/>
            <ac:grpSpMk id="24" creationId="{EC50279E-4810-11C6-3AD2-F75D9C4E2ED1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70"/>
          <ac:grpSpMkLst>
            <pc:docMk/>
            <pc:sldMk cId="0" sldId="266"/>
            <ac:grpSpMk id="28" creationId="{5CCF8FB0-667D-8900-C680-E5BABC7C2910}"/>
          </ac:grpSpMkLst>
        </pc:grpChg>
        <pc:grpChg chg="add del mod">
          <ac:chgData name="Valerio Massimo Carioti" userId="S::carioti.1983063@studenti.uniroma1.it::0c34bd9a-3cd2-4c68-b93a-dd13a6d4471f" providerId="AD" clId="Web-{6C47F1D5-B1C8-EA87-1FFA-5E25EFAE0FEF}" dt="2026-02-02T16:08:51.932" v="1468" actId="1076"/>
          <ac:grpSpMkLst>
            <pc:docMk/>
            <pc:sldMk cId="0" sldId="266"/>
            <ac:grpSpMk id="34" creationId="{00000000-0000-0000-0000-000000000000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46" v="3469"/>
          <ac:grpSpMkLst>
            <pc:docMk/>
            <pc:sldMk cId="0" sldId="266"/>
            <ac:grpSpMk id="38" creationId="{C4AB75D9-A6AB-EEB5-6AE4-466313A8F06F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16.630" v="3468"/>
          <ac:grpSpMkLst>
            <pc:docMk/>
            <pc:sldMk cId="0" sldId="266"/>
            <ac:grpSpMk id="42" creationId="{1753C2A9-F583-3376-4C06-F29C991BC224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4.927" v="3475"/>
          <ac:grpSpMkLst>
            <pc:docMk/>
            <pc:sldMk cId="0" sldId="266"/>
            <ac:grpSpMk id="44" creationId="{04DE39EE-DB37-D6BA-2EC4-53097BBDD8F8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4.943" v="3476"/>
          <ac:grpSpMkLst>
            <pc:docMk/>
            <pc:sldMk cId="0" sldId="266"/>
            <ac:grpSpMk id="49" creationId="{50076687-CE4A-A636-C1FE-2C3DF45E006D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4.974" v="3477"/>
          <ac:grpSpMkLst>
            <pc:docMk/>
            <pc:sldMk cId="0" sldId="266"/>
            <ac:grpSpMk id="53" creationId="{C922DD2C-EE6A-1B63-0225-181CDE52727D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4.990" v="3478"/>
          <ac:grpSpMkLst>
            <pc:docMk/>
            <pc:sldMk cId="0" sldId="266"/>
            <ac:grpSpMk id="57" creationId="{FF4FB846-9778-A9A0-4D02-8F88841DD5EB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5.021" v="3479"/>
          <ac:grpSpMkLst>
            <pc:docMk/>
            <pc:sldMk cId="0" sldId="266"/>
            <ac:grpSpMk id="61" creationId="{4C854D10-F5E4-3B67-E421-12371BA23CCE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5.037" v="3480"/>
          <ac:grpSpMkLst>
            <pc:docMk/>
            <pc:sldMk cId="0" sldId="266"/>
            <ac:grpSpMk id="65" creationId="{15397291-21C3-FE45-3D30-B1C458429917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5.068" v="3481"/>
          <ac:grpSpMkLst>
            <pc:docMk/>
            <pc:sldMk cId="0" sldId="266"/>
            <ac:grpSpMk id="69" creationId="{3FF8CBA1-6AC5-09DB-A521-60C9F5EEF703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25.099" v="3482"/>
          <ac:grpSpMkLst>
            <pc:docMk/>
            <pc:sldMk cId="0" sldId="266"/>
            <ac:grpSpMk id="73" creationId="{E4F11BEA-4B51-B96B-E6AC-9EC361BE9A62}"/>
          </ac:grpSpMkLst>
        </pc:grpChg>
        <pc:picChg chg="add mod">
          <ac:chgData name="Valerio Massimo Carioti" userId="S::carioti.1983063@studenti.uniroma1.it::0c34bd9a-3cd2-4c68-b93a-dd13a6d4471f" providerId="AD" clId="Web-{6C47F1D5-B1C8-EA87-1FFA-5E25EFAE0FEF}" dt="2026-02-02T16:09:53.964" v="1473" actId="1076"/>
          <ac:picMkLst>
            <pc:docMk/>
            <pc:sldMk cId="0" sldId="266"/>
            <ac:picMk id="17" creationId="{D08B719C-15A0-C8D2-08CA-9E058B7DDF0C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6:09:58.590" v="1475" actId="1076"/>
          <ac:picMkLst>
            <pc:docMk/>
            <pc:sldMk cId="0" sldId="266"/>
            <ac:picMk id="21" creationId="{337C66A8-DD5F-462D-E463-AB18C6E631AB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6:10:01.511" v="1476" actId="1076"/>
          <ac:picMkLst>
            <pc:docMk/>
            <pc:sldMk cId="0" sldId="266"/>
            <ac:picMk id="25" creationId="{B86A49FB-0EEB-D255-DF94-9BFF251043D5}"/>
          </ac:picMkLst>
        </pc:picChg>
      </pc:sldChg>
      <pc:sldChg chg="addSp delSp modSp">
        <pc:chgData name="Valerio Massimo Carioti" userId="S::carioti.1983063@studenti.uniroma1.it::0c34bd9a-3cd2-4c68-b93a-dd13a6d4471f" providerId="AD" clId="Web-{6C47F1D5-B1C8-EA87-1FFA-5E25EFAE0FEF}" dt="2026-02-02T17:44:50.303" v="3499"/>
        <pc:sldMkLst>
          <pc:docMk/>
          <pc:sldMk cId="0" sldId="269"/>
        </pc:sldMkLst>
        <pc:spChg chg="add del mod">
          <ac:chgData name="Valerio Massimo Carioti" userId="S::carioti.1983063@studenti.uniroma1.it::0c34bd9a-3cd2-4c68-b93a-dd13a6d4471f" providerId="AD" clId="Web-{6C47F1D5-B1C8-EA87-1FFA-5E25EFAE0FEF}" dt="2026-02-02T16:14:48.548" v="1486"/>
          <ac:spMkLst>
            <pc:docMk/>
            <pc:sldMk cId="0" sldId="269"/>
            <ac:spMk id="6" creationId="{EE17688E-DE43-E530-1DC9-CC0A2C3C07E7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6:52:23.935" v="2416" actId="1076"/>
          <ac:spMkLst>
            <pc:docMk/>
            <pc:sldMk cId="0" sldId="269"/>
            <ac:spMk id="9" creationId="{595972DC-D944-829D-0514-5C04E3DDC199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6:54:13.051" v="2438" actId="1076"/>
          <ac:spMkLst>
            <pc:docMk/>
            <pc:sldMk cId="0" sldId="269"/>
            <ac:spMk id="29" creationId="{297AB0CF-533B-5933-2DE5-D8F75117898E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6:29:26.511" v="1976" actId="20577"/>
          <ac:spMkLst>
            <pc:docMk/>
            <pc:sldMk cId="0" sldId="269"/>
            <ac:spMk id="37" creationId="{216FAD2A-3E44-20C9-ADBC-AC9AF19A3635}"/>
          </ac:spMkLst>
        </pc:spChg>
        <pc:spChg chg="add del mod">
          <ac:chgData name="Valerio Massimo Carioti" userId="S::carioti.1983063@studenti.uniroma1.it::0c34bd9a-3cd2-4c68-b93a-dd13a6d4471f" providerId="AD" clId="Web-{6C47F1D5-B1C8-EA87-1FFA-5E25EFAE0FEF}" dt="2026-02-02T16:50:40.459" v="2406" actId="1076"/>
          <ac:spMkLst>
            <pc:docMk/>
            <pc:sldMk cId="0" sldId="269"/>
            <ac:spMk id="41" creationId="{150A8F4E-61B1-9AED-D33E-8BF7C730FFFB}"/>
          </ac:spMkLst>
        </pc:spChg>
        <pc:spChg chg="add del mod">
          <ac:chgData name="Valerio Massimo Carioti" userId="S::carioti.1983063@studenti.uniroma1.it::0c34bd9a-3cd2-4c68-b93a-dd13a6d4471f" providerId="AD" clId="Web-{6C47F1D5-B1C8-EA87-1FFA-5E25EFAE0FEF}" dt="2026-02-02T16:39:37.045" v="2191"/>
          <ac:spMkLst>
            <pc:docMk/>
            <pc:sldMk cId="0" sldId="269"/>
            <ac:spMk id="43" creationId="{88718C69-3B6C-B823-7E5D-1BAD0E92A980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2" creationId="{5B23847F-19FB-625A-947D-8096EF8B454C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3" creationId="{4582E897-A105-4693-C495-891C4E40098C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4" creationId="{BD88E184-C017-B050-0336-4A991B7B11F6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5" creationId="{42295762-C049-3F6B-E9BF-F26A6B330276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6" creationId="{235DC7FA-B5CA-AFF3-294F-51CF44432810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8" creationId="{265815B3-D805-6B72-C2BF-48AFB4D5D01B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59" creationId="{806883BB-247D-C3DF-CCB1-009D00E207A8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62" creationId="{F89FAC39-FA0D-2D65-6D24-944C7F8A7CCB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63" creationId="{2096312B-9E02-CA35-5C5D-0FFA3DFDCC1D}"/>
          </ac:spMkLst>
        </pc:spChg>
        <pc:spChg chg="add">
          <ac:chgData name="Valerio Massimo Carioti" userId="S::carioti.1983063@studenti.uniroma1.it::0c34bd9a-3cd2-4c68-b93a-dd13a6d4471f" providerId="AD" clId="Web-{6C47F1D5-B1C8-EA87-1FFA-5E25EFAE0FEF}" dt="2026-02-02T17:44:50.303" v="3499"/>
          <ac:spMkLst>
            <pc:docMk/>
            <pc:sldMk cId="0" sldId="269"/>
            <ac:spMk id="66" creationId="{7E531D22-BE07-A87B-A433-71338CBDF77B}"/>
          </ac:spMkLst>
        </pc:spChg>
        <pc:grpChg chg="del">
          <ac:chgData name="Valerio Massimo Carioti" userId="S::carioti.1983063@studenti.uniroma1.it::0c34bd9a-3cd2-4c68-b93a-dd13a6d4471f" providerId="AD" clId="Web-{6C47F1D5-B1C8-EA87-1FFA-5E25EFAE0FEF}" dt="2026-02-02T17:44:42.678" v="3490"/>
          <ac:grpSpMkLst>
            <pc:docMk/>
            <pc:sldMk cId="0" sldId="269"/>
            <ac:grpSpMk id="12" creationId="{BA9A89EF-6FC9-07D4-FF31-55A919C2D060}"/>
          </ac:grpSpMkLst>
        </pc:grpChg>
        <pc:grpChg chg="del mod">
          <ac:chgData name="Valerio Massimo Carioti" userId="S::carioti.1983063@studenti.uniroma1.it::0c34bd9a-3cd2-4c68-b93a-dd13a6d4471f" providerId="AD" clId="Web-{6C47F1D5-B1C8-EA87-1FFA-5E25EFAE0FEF}" dt="2026-02-02T17:44:40.772" v="3483"/>
          <ac:grpSpMkLst>
            <pc:docMk/>
            <pc:sldMk cId="0" sldId="269"/>
            <ac:grpSpMk id="13" creationId="{A84BC042-ECD6-884A-CF19-699481B97344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78" v="3489"/>
          <ac:grpSpMkLst>
            <pc:docMk/>
            <pc:sldMk cId="0" sldId="269"/>
            <ac:grpSpMk id="16" creationId="{E7739728-5775-1F5D-9FAA-00A2457E018B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78" v="3488"/>
          <ac:grpSpMkLst>
            <pc:docMk/>
            <pc:sldMk cId="0" sldId="269"/>
            <ac:grpSpMk id="20" creationId="{DE596B4D-ED74-2C9A-129A-053442694A43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78" v="3487"/>
          <ac:grpSpMkLst>
            <pc:docMk/>
            <pc:sldMk cId="0" sldId="269"/>
            <ac:grpSpMk id="24" creationId="{53812980-2BFE-ADCC-9EA9-EF15C1F92DA6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78" v="3486"/>
          <ac:grpSpMkLst>
            <pc:docMk/>
            <pc:sldMk cId="0" sldId="269"/>
            <ac:grpSpMk id="28" creationId="{56CDD021-4894-4ECB-9950-1BB56E8CF542}"/>
          </ac:grpSpMkLst>
        </pc:grpChg>
        <pc:grpChg chg="mod">
          <ac:chgData name="Valerio Massimo Carioti" userId="S::carioti.1983063@studenti.uniroma1.it::0c34bd9a-3cd2-4c68-b93a-dd13a6d4471f" providerId="AD" clId="Web-{6C47F1D5-B1C8-EA87-1FFA-5E25EFAE0FEF}" dt="2026-02-02T16:55:33.086" v="2449" actId="1076"/>
          <ac:grpSpMkLst>
            <pc:docMk/>
            <pc:sldMk cId="0" sldId="269"/>
            <ac:grpSpMk id="32" creationId="{00000000-0000-0000-0000-000000000000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78" v="3485"/>
          <ac:grpSpMkLst>
            <pc:docMk/>
            <pc:sldMk cId="0" sldId="269"/>
            <ac:grpSpMk id="35" creationId="{1AEB6B60-8DAD-1B01-8249-A3CEEB39D1DF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2.662" v="3484"/>
          <ac:grpSpMkLst>
            <pc:docMk/>
            <pc:sldMk cId="0" sldId="269"/>
            <ac:grpSpMk id="42" creationId="{F6D842D4-0404-8840-0457-94A686160C38}"/>
          </ac:grpSpMkLst>
        </pc:grpChg>
        <pc:graphicFrameChg chg="add mod modGraphic">
          <ac:chgData name="Valerio Massimo Carioti" userId="S::carioti.1983063@studenti.uniroma1.it::0c34bd9a-3cd2-4c68-b93a-dd13a6d4471f" providerId="AD" clId="Web-{6C47F1D5-B1C8-EA87-1FFA-5E25EFAE0FEF}" dt="2026-02-02T16:58:13.044" v="2476" actId="1076"/>
          <ac:graphicFrameMkLst>
            <pc:docMk/>
            <pc:sldMk cId="0" sldId="269"/>
            <ac:graphicFrameMk id="17" creationId="{18566216-7931-E6DA-3181-EFF07D71500A}"/>
          </ac:graphicFrameMkLst>
        </pc:graphicFrameChg>
        <pc:graphicFrameChg chg="add mod modGraphic">
          <ac:chgData name="Valerio Massimo Carioti" userId="S::carioti.1983063@studenti.uniroma1.it::0c34bd9a-3cd2-4c68-b93a-dd13a6d4471f" providerId="AD" clId="Web-{6C47F1D5-B1C8-EA87-1FFA-5E25EFAE0FEF}" dt="2026-02-02T16:56:08.337" v="2451"/>
          <ac:graphicFrameMkLst>
            <pc:docMk/>
            <pc:sldMk cId="0" sldId="269"/>
            <ac:graphicFrameMk id="21" creationId="{C99F7CF3-C32A-5052-7901-073BDBD1FFC5}"/>
          </ac:graphicFrameMkLst>
        </pc:graphicFrameChg>
        <pc:picChg chg="del">
          <ac:chgData name="Valerio Massimo Carioti" userId="S::carioti.1983063@studenti.uniroma1.it::0c34bd9a-3cd2-4c68-b93a-dd13a6d4471f" providerId="AD" clId="Web-{6C47F1D5-B1C8-EA87-1FFA-5E25EFAE0FEF}" dt="2026-02-02T16:16:10.244" v="1487"/>
          <ac:picMkLst>
            <pc:docMk/>
            <pc:sldMk cId="0" sldId="269"/>
            <ac:picMk id="5" creationId="{F70CFAE4-6E36-D791-FBE5-8CD901266BCB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6:53:49.612" v="2436" actId="14100"/>
          <ac:picMkLst>
            <pc:docMk/>
            <pc:sldMk cId="0" sldId="269"/>
            <ac:picMk id="25" creationId="{55E0C650-1EF4-8617-BEFF-1B326E6E6CBB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6:57:08.667" v="2473" actId="1076"/>
          <ac:picMkLst>
            <pc:docMk/>
            <pc:sldMk cId="0" sldId="269"/>
            <ac:picMk id="36" creationId="{0D67239F-F2D3-C3F4-8510-BEADC1391F5C}"/>
          </ac:picMkLst>
        </pc:picChg>
      </pc:sldChg>
      <pc:sldChg chg="addSp delSp modSp">
        <pc:chgData name="Valerio Massimo Carioti" userId="S::carioti.1983063@studenti.uniroma1.it::0c34bd9a-3cd2-4c68-b93a-dd13a6d4471f" providerId="AD" clId="Web-{6C47F1D5-B1C8-EA87-1FFA-5E25EFAE0FEF}" dt="2026-02-02T17:52:18.321" v="3589" actId="20577"/>
        <pc:sldMkLst>
          <pc:docMk/>
          <pc:sldMk cId="3176328685" sldId="277"/>
        </pc:sldMkLst>
        <pc:spChg chg="mod">
          <ac:chgData name="Valerio Massimo Carioti" userId="S::carioti.1983063@studenti.uniroma1.it::0c34bd9a-3cd2-4c68-b93a-dd13a6d4471f" providerId="AD" clId="Web-{6C47F1D5-B1C8-EA87-1FFA-5E25EFAE0FEF}" dt="2026-02-02T17:46:23.098" v="3506" actId="1076"/>
          <ac:spMkLst>
            <pc:docMk/>
            <pc:sldMk cId="3176328685" sldId="277"/>
            <ac:spMk id="4" creationId="{9780A6C4-9126-2291-33DE-943B132930D9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7:52:18.321" v="3589" actId="20577"/>
          <ac:spMkLst>
            <pc:docMk/>
            <pc:sldMk cId="3176328685" sldId="277"/>
            <ac:spMk id="6" creationId="{B49A860D-1025-B164-D9A3-919E033FAE91}"/>
          </ac:spMkLst>
        </pc:spChg>
        <pc:spChg chg="add del">
          <ac:chgData name="Valerio Massimo Carioti" userId="S::carioti.1983063@studenti.uniroma1.it::0c34bd9a-3cd2-4c68-b93a-dd13a6d4471f" providerId="AD" clId="Web-{6C47F1D5-B1C8-EA87-1FFA-5E25EFAE0FEF}" dt="2026-02-02T17:46:27.973" v="3508"/>
          <ac:spMkLst>
            <pc:docMk/>
            <pc:sldMk cId="3176328685" sldId="277"/>
            <ac:spMk id="7" creationId="{02DAB615-3C5F-30E0-00A1-16D4ECDC88AA}"/>
          </ac:spMkLst>
        </pc:spChg>
        <pc:spChg chg="add del mod">
          <ac:chgData name="Valerio Massimo Carioti" userId="S::carioti.1983063@studenti.uniroma1.it::0c34bd9a-3cd2-4c68-b93a-dd13a6d4471f" providerId="AD" clId="Web-{6C47F1D5-B1C8-EA87-1FFA-5E25EFAE0FEF}" dt="2026-02-02T17:47:10.129" v="3525"/>
          <ac:spMkLst>
            <pc:docMk/>
            <pc:sldMk cId="3176328685" sldId="277"/>
            <ac:spMk id="8" creationId="{18B3B34B-30CD-4623-168B-95847FE57C14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46:18.973" v="3504" actId="1076"/>
          <ac:spMkLst>
            <pc:docMk/>
            <pc:sldMk cId="3176328685" sldId="277"/>
            <ac:spMk id="13" creationId="{B2A317BE-D28C-1D7C-C998-D54A5B10843A}"/>
          </ac:spMkLst>
        </pc:spChg>
        <pc:spChg chg="del">
          <ac:chgData name="Valerio Massimo Carioti" userId="S::carioti.1983063@studenti.uniroma1.it::0c34bd9a-3cd2-4c68-b93a-dd13a6d4471f" providerId="AD" clId="Web-{6C47F1D5-B1C8-EA87-1FFA-5E25EFAE0FEF}" dt="2026-02-02T15:20:49.600" v="550"/>
          <ac:spMkLst>
            <pc:docMk/>
            <pc:sldMk cId="3176328685" sldId="277"/>
            <ac:spMk id="14" creationId="{79C4D8A6-0AF7-DC8F-7C65-8A9911F7546A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49:04.379" v="3549" actId="20577"/>
          <ac:spMkLst>
            <pc:docMk/>
            <pc:sldMk cId="3176328685" sldId="277"/>
            <ac:spMk id="37" creationId="{30C25C1E-2904-B8FF-E6D2-4C6B10841F87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5:14:17.857" v="327" actId="20577"/>
          <ac:spMkLst>
            <pc:docMk/>
            <pc:sldMk cId="3176328685" sldId="277"/>
            <ac:spMk id="39" creationId="{71E152A6-32C5-EB91-3E88-A97C3221E2C2}"/>
          </ac:spMkLst>
        </pc:spChg>
        <pc:picChg chg="add mod modCrop">
          <ac:chgData name="Valerio Massimo Carioti" userId="S::carioti.1983063@studenti.uniroma1.it::0c34bd9a-3cd2-4c68-b93a-dd13a6d4471f" providerId="AD" clId="Web-{6C47F1D5-B1C8-EA87-1FFA-5E25EFAE0FEF}" dt="2026-02-02T17:46:19.020" v="3505" actId="1076"/>
          <ac:picMkLst>
            <pc:docMk/>
            <pc:sldMk cId="3176328685" sldId="277"/>
            <ac:picMk id="5" creationId="{CD20ABA2-7DAC-A5E0-8998-540330A229F3}"/>
          </ac:picMkLst>
        </pc:picChg>
        <pc:picChg chg="del">
          <ac:chgData name="Valerio Massimo Carioti" userId="S::carioti.1983063@studenti.uniroma1.it::0c34bd9a-3cd2-4c68-b93a-dd13a6d4471f" providerId="AD" clId="Web-{6C47F1D5-B1C8-EA87-1FFA-5E25EFAE0FEF}" dt="2026-02-02T15:20:49.600" v="551"/>
          <ac:picMkLst>
            <pc:docMk/>
            <pc:sldMk cId="3176328685" sldId="277"/>
            <ac:picMk id="11" creationId="{0245A4CC-7712-85BB-4B6F-94AD95F9A520}"/>
          </ac:picMkLst>
        </pc:picChg>
        <pc:picChg chg="del">
          <ac:chgData name="Valerio Massimo Carioti" userId="S::carioti.1983063@studenti.uniroma1.it::0c34bd9a-3cd2-4c68-b93a-dd13a6d4471f" providerId="AD" clId="Web-{6C47F1D5-B1C8-EA87-1FFA-5E25EFAE0FEF}" dt="2026-02-02T15:20:49.600" v="552"/>
          <ac:picMkLst>
            <pc:docMk/>
            <pc:sldMk cId="3176328685" sldId="277"/>
            <ac:picMk id="12" creationId="{8107EA15-49EB-E129-122E-73B6CE772E0E}"/>
          </ac:picMkLst>
        </pc:picChg>
      </pc:sldChg>
      <pc:sldChg chg="delSp modSp del ord">
        <pc:chgData name="Valerio Massimo Carioti" userId="S::carioti.1983063@studenti.uniroma1.it::0c34bd9a-3cd2-4c68-b93a-dd13a6d4471f" providerId="AD" clId="Web-{6C47F1D5-B1C8-EA87-1FFA-5E25EFAE0FEF}" dt="2026-02-02T17:44:55.397" v="3500"/>
        <pc:sldMkLst>
          <pc:docMk/>
          <pc:sldMk cId="3965559949" sldId="279"/>
        </pc:sldMkLst>
        <pc:spChg chg="del">
          <ac:chgData name="Valerio Massimo Carioti" userId="S::carioti.1983063@studenti.uniroma1.it::0c34bd9a-3cd2-4c68-b93a-dd13a6d4471f" providerId="AD" clId="Web-{6C47F1D5-B1C8-EA87-1FFA-5E25EFAE0FEF}" dt="2026-02-02T17:06:37.042" v="2635"/>
          <ac:spMkLst>
            <pc:docMk/>
            <pc:sldMk cId="3965559949" sldId="279"/>
            <ac:spMk id="6" creationId="{3646FAA7-F567-214B-E3BB-B090946ADE52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03:08.691" v="2491" actId="20577"/>
          <ac:spMkLst>
            <pc:docMk/>
            <pc:sldMk cId="3965559949" sldId="279"/>
            <ac:spMk id="37" creationId="{1D1540CE-C0A8-8C05-7461-04383693F91F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08:50.633" v="2771" actId="1076"/>
          <ac:spMkLst>
            <pc:docMk/>
            <pc:sldMk cId="3965559949" sldId="279"/>
            <ac:spMk id="41" creationId="{9C73AD19-5638-B86A-523A-5EF8D1B19351}"/>
          </ac:spMkLst>
        </pc:spChg>
        <pc:grpChg chg="del">
          <ac:chgData name="Valerio Massimo Carioti" userId="S::carioti.1983063@studenti.uniroma1.it::0c34bd9a-3cd2-4c68-b93a-dd13a6d4471f" providerId="AD" clId="Web-{6C47F1D5-B1C8-EA87-1FFA-5E25EFAE0FEF}" dt="2026-02-02T17:44:47.428" v="3491"/>
          <ac:grpSpMkLst>
            <pc:docMk/>
            <pc:sldMk cId="3965559949" sldId="279"/>
            <ac:grpSpMk id="11" creationId="{C9D99F01-60C2-C016-D892-C5B5A881CAA5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8"/>
          <ac:grpSpMkLst>
            <pc:docMk/>
            <pc:sldMk cId="3965559949" sldId="279"/>
            <ac:grpSpMk id="93" creationId="{EB50FCEF-DA7C-0C82-DD63-2A6485A5192C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7"/>
          <ac:grpSpMkLst>
            <pc:docMk/>
            <pc:sldMk cId="3965559949" sldId="279"/>
            <ac:grpSpMk id="109" creationId="{FA351734-3027-23CA-9F5A-52E7E6C1EFC1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6"/>
          <ac:grpSpMkLst>
            <pc:docMk/>
            <pc:sldMk cId="3965559949" sldId="279"/>
            <ac:grpSpMk id="125" creationId="{10118D64-377A-AD7C-AB39-CCF50B8424DD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5"/>
          <ac:grpSpMkLst>
            <pc:docMk/>
            <pc:sldMk cId="3965559949" sldId="279"/>
            <ac:grpSpMk id="132" creationId="{9678A383-8ACA-2AB7-6C84-B2C9601FC524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4"/>
          <ac:grpSpMkLst>
            <pc:docMk/>
            <pc:sldMk cId="3965559949" sldId="279"/>
            <ac:grpSpMk id="136" creationId="{BD4F950D-B0AE-E2FB-7050-B614A319E4CB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3"/>
          <ac:grpSpMkLst>
            <pc:docMk/>
            <pc:sldMk cId="3965559949" sldId="279"/>
            <ac:grpSpMk id="140" creationId="{DEB51BBF-5BEE-F91E-2CA4-7A559DB0AA93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4:47.428" v="3492"/>
          <ac:grpSpMkLst>
            <pc:docMk/>
            <pc:sldMk cId="3965559949" sldId="279"/>
            <ac:grpSpMk id="144" creationId="{1883AC52-B7D5-30C1-6BC1-B08C84471B78}"/>
          </ac:grpSpMkLst>
        </pc:grpChg>
        <pc:picChg chg="del mod">
          <ac:chgData name="Valerio Massimo Carioti" userId="S::carioti.1983063@studenti.uniroma1.it::0c34bd9a-3cd2-4c68-b93a-dd13a6d4471f" providerId="AD" clId="Web-{6C47F1D5-B1C8-EA87-1FFA-5E25EFAE0FEF}" dt="2026-02-02T17:06:34.495" v="2634"/>
          <ac:picMkLst>
            <pc:docMk/>
            <pc:sldMk cId="3965559949" sldId="279"/>
            <ac:picMk id="10" creationId="{697D34C7-D9F3-5D02-04AD-F4212FA6EBB2}"/>
          </ac:picMkLst>
        </pc:picChg>
      </pc:sldChg>
      <pc:sldChg chg="addSp delSp modSp del">
        <pc:chgData name="Valerio Massimo Carioti" userId="S::carioti.1983063@studenti.uniroma1.it::0c34bd9a-3cd2-4c68-b93a-dd13a6d4471f" providerId="AD" clId="Web-{6C47F1D5-B1C8-EA87-1FFA-5E25EFAE0FEF}" dt="2026-02-02T18:19:14.405" v="3607"/>
        <pc:sldMkLst>
          <pc:docMk/>
          <pc:sldMk cId="2859202130" sldId="281"/>
        </pc:sldMkLst>
        <pc:spChg chg="add mod">
          <ac:chgData name="Valerio Massimo Carioti" userId="S::carioti.1983063@studenti.uniroma1.it::0c34bd9a-3cd2-4c68-b93a-dd13a6d4471f" providerId="AD" clId="Web-{6C47F1D5-B1C8-EA87-1FFA-5E25EFAE0FEF}" dt="2026-02-02T15:39:06.614" v="871" actId="1076"/>
          <ac:spMkLst>
            <pc:docMk/>
            <pc:sldMk cId="2859202130" sldId="281"/>
            <ac:spMk id="5" creationId="{B7092C97-5C29-6C79-E948-DAFD06BA68F1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5:39:30.037" v="874" actId="14100"/>
          <ac:spMkLst>
            <pc:docMk/>
            <pc:sldMk cId="2859202130" sldId="281"/>
            <ac:spMk id="6" creationId="{A34EA00B-D90F-D895-2948-46F83E563693}"/>
          </ac:spMkLst>
        </pc:spChg>
        <pc:spChg chg="add del">
          <ac:chgData name="Valerio Massimo Carioti" userId="S::carioti.1983063@studenti.uniroma1.it::0c34bd9a-3cd2-4c68-b93a-dd13a6d4471f" providerId="AD" clId="Web-{6C47F1D5-B1C8-EA87-1FFA-5E25EFAE0FEF}" dt="2026-02-02T15:35:57.361" v="775"/>
          <ac:spMkLst>
            <pc:docMk/>
            <pc:sldMk cId="2859202130" sldId="281"/>
            <ac:spMk id="7" creationId="{B3C1571D-1F64-93D1-3F1F-0391E8CB2105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5:39:24.880" v="872" actId="14100"/>
          <ac:spMkLst>
            <pc:docMk/>
            <pc:sldMk cId="2859202130" sldId="281"/>
            <ac:spMk id="9" creationId="{9EA6C4F4-1F91-B193-1955-7891B8A3677B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5:42:13.704" v="942" actId="1076"/>
          <ac:spMkLst>
            <pc:docMk/>
            <pc:sldMk cId="2859202130" sldId="281"/>
            <ac:spMk id="13" creationId="{D30B9124-FAF8-2A60-C9B1-0269701236B8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5:30:36.962" v="631" actId="20577"/>
          <ac:spMkLst>
            <pc:docMk/>
            <pc:sldMk cId="2859202130" sldId="281"/>
            <ac:spMk id="37" creationId="{DFDCF3C8-37E5-7A75-7CCB-1AD98258FDEC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5:38:58.614" v="870" actId="1076"/>
          <ac:spMkLst>
            <pc:docMk/>
            <pc:sldMk cId="2859202130" sldId="281"/>
            <ac:spMk id="41" creationId="{8236DEDF-DF7A-D395-E5C8-25F3B1325C36}"/>
          </ac:spMkLst>
        </pc:spChg>
        <pc:grpChg chg="mod">
          <ac:chgData name="Valerio Massimo Carioti" userId="S::carioti.1983063@studenti.uniroma1.it::0c34bd9a-3cd2-4c68-b93a-dd13a6d4471f" providerId="AD" clId="Web-{6C47F1D5-B1C8-EA87-1FFA-5E25EFAE0FEF}" dt="2026-02-02T15:42:04.047" v="941" actId="1076"/>
          <ac:grpSpMkLst>
            <pc:docMk/>
            <pc:sldMk cId="2859202130" sldId="281"/>
            <ac:grpSpMk id="2" creationId="{412584F9-458E-594F-71EF-4AAEB8B2F285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7"/>
          <ac:grpSpMkLst>
            <pc:docMk/>
            <pc:sldMk cId="2859202130" sldId="281"/>
            <ac:grpSpMk id="12" creationId="{9CE810CC-0F9E-D27A-F99A-9A41BE406CA2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6"/>
          <ac:grpSpMkLst>
            <pc:docMk/>
            <pc:sldMk cId="2859202130" sldId="281"/>
            <ac:grpSpMk id="16" creationId="{B1852F8B-327A-0C2C-3572-1D47721C7123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5"/>
          <ac:grpSpMkLst>
            <pc:docMk/>
            <pc:sldMk cId="2859202130" sldId="281"/>
            <ac:grpSpMk id="20" creationId="{2654BD50-4D7E-9498-F7A8-C2EACC794284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4"/>
          <ac:grpSpMkLst>
            <pc:docMk/>
            <pc:sldMk cId="2859202130" sldId="281"/>
            <ac:grpSpMk id="24" creationId="{2FA6B0C5-0AEE-F892-BD78-BFD2A8CC69A6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0"/>
          <ac:grpSpMkLst>
            <pc:docMk/>
            <pc:sldMk cId="2859202130" sldId="281"/>
            <ac:grpSpMk id="25" creationId="{E0424F87-0F4B-4F83-45D1-CF4D1C69522B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3"/>
          <ac:grpSpMkLst>
            <pc:docMk/>
            <pc:sldMk cId="2859202130" sldId="281"/>
            <ac:grpSpMk id="28" creationId="{EB8E2070-2761-5C70-8F68-62C127DAFE47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2"/>
          <ac:grpSpMkLst>
            <pc:docMk/>
            <pc:sldMk cId="2859202130" sldId="281"/>
            <ac:grpSpMk id="35" creationId="{60195DB8-4D35-9EA1-094B-9DEB4D65707F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45.081" v="3451"/>
          <ac:grpSpMkLst>
            <pc:docMk/>
            <pc:sldMk cId="2859202130" sldId="281"/>
            <ac:grpSpMk id="40" creationId="{A18B62D0-3650-B7D5-6D27-77866BF822BF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786" v="3458"/>
          <ac:grpSpMkLst>
            <pc:docMk/>
            <pc:sldMk cId="2859202130" sldId="281"/>
            <ac:grpSpMk id="43" creationId="{911E4594-5655-92A9-E6F7-2389B8078F4C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817" v="3459"/>
          <ac:grpSpMkLst>
            <pc:docMk/>
            <pc:sldMk cId="2859202130" sldId="281"/>
            <ac:grpSpMk id="47" creationId="{6A19181F-0777-8A95-10FE-8775A93CE8FA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832" v="3460"/>
          <ac:grpSpMkLst>
            <pc:docMk/>
            <pc:sldMk cId="2859202130" sldId="281"/>
            <ac:grpSpMk id="51" creationId="{A4FF3B17-0743-DAF8-ACEF-7455D4FC7A60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848" v="3461"/>
          <ac:grpSpMkLst>
            <pc:docMk/>
            <pc:sldMk cId="2859202130" sldId="281"/>
            <ac:grpSpMk id="55" creationId="{049EC6AE-4C3E-6682-0014-38C434335F6D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864" v="3462"/>
          <ac:grpSpMkLst>
            <pc:docMk/>
            <pc:sldMk cId="2859202130" sldId="281"/>
            <ac:grpSpMk id="59" creationId="{38801FC0-0AC2-FAD2-B3AC-041C32F2EFB4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895" v="3463"/>
          <ac:grpSpMkLst>
            <pc:docMk/>
            <pc:sldMk cId="2859202130" sldId="281"/>
            <ac:grpSpMk id="63" creationId="{86AFB7D9-5E8C-C13B-1052-E5A2D022DDF7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911" v="3464"/>
          <ac:grpSpMkLst>
            <pc:docMk/>
            <pc:sldMk cId="2859202130" sldId="281"/>
            <ac:grpSpMk id="67" creationId="{B47A7D85-99AC-F612-D8BF-86C5F0A1CED1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4:04.942" v="3465"/>
          <ac:grpSpMkLst>
            <pc:docMk/>
            <pc:sldMk cId="2859202130" sldId="281"/>
            <ac:grpSpMk id="71" creationId="{E10D9B16-B413-EF93-EC9A-3CD30093C0FB}"/>
          </ac:grpSpMkLst>
        </pc:grpChg>
        <pc:picChg chg="del">
          <ac:chgData name="Valerio Massimo Carioti" userId="S::carioti.1983063@studenti.uniroma1.it::0c34bd9a-3cd2-4c68-b93a-dd13a6d4471f" providerId="AD" clId="Web-{6C47F1D5-B1C8-EA87-1FFA-5E25EFAE0FEF}" dt="2026-02-02T15:35:51.533" v="773"/>
          <ac:picMkLst>
            <pc:docMk/>
            <pc:sldMk cId="2859202130" sldId="281"/>
            <ac:picMk id="8" creationId="{5B9F0608-4173-CDDE-4EB9-731C3FBD1245}"/>
          </ac:picMkLst>
        </pc:picChg>
      </pc:sldChg>
      <pc:sldChg chg="addSp delSp">
        <pc:chgData name="Valerio Massimo Carioti" userId="S::carioti.1983063@studenti.uniroma1.it::0c34bd9a-3cd2-4c68-b93a-dd13a6d4471f" providerId="AD" clId="Web-{6C47F1D5-B1C8-EA87-1FFA-5E25EFAE0FEF}" dt="2026-02-02T17:53:06.040" v="3593"/>
        <pc:sldMkLst>
          <pc:docMk/>
          <pc:sldMk cId="3336165653" sldId="283"/>
        </pc:sldMkLst>
        <pc:spChg chg="add">
          <ac:chgData name="Valerio Massimo Carioti" userId="S::carioti.1983063@studenti.uniroma1.it::0c34bd9a-3cd2-4c68-b93a-dd13a6d4471f" providerId="AD" clId="Web-{6C47F1D5-B1C8-EA87-1FFA-5E25EFAE0FEF}" dt="2026-02-02T17:53:06.040" v="3593"/>
          <ac:spMkLst>
            <pc:docMk/>
            <pc:sldMk cId="3336165653" sldId="283"/>
            <ac:spMk id="12" creationId="{177720BB-6FCA-D861-83AF-47B30DAE1527}"/>
          </ac:spMkLst>
        </pc:spChg>
        <pc:spChg chg="del">
          <ac:chgData name="Valerio Massimo Carioti" userId="S::carioti.1983063@studenti.uniroma1.it::0c34bd9a-3cd2-4c68-b93a-dd13a6d4471f" providerId="AD" clId="Web-{6C47F1D5-B1C8-EA87-1FFA-5E25EFAE0FEF}" dt="2026-02-02T17:53:05.446" v="3592"/>
          <ac:spMkLst>
            <pc:docMk/>
            <pc:sldMk cId="3336165653" sldId="283"/>
            <ac:spMk id="19" creationId="{DA0F6AB2-9ADE-CA9C-19FF-04AEECBCFF46}"/>
          </ac:spMkLst>
        </pc:spChg>
      </pc:sldChg>
      <pc:sldChg chg="addSp delSp modSp ord">
        <pc:chgData name="Valerio Massimo Carioti" userId="S::carioti.1983063@studenti.uniroma1.it::0c34bd9a-3cd2-4c68-b93a-dd13a6d4471f" providerId="AD" clId="Web-{6C47F1D5-B1C8-EA87-1FFA-5E25EFAE0FEF}" dt="2026-02-02T18:15:26.025" v="3594" actId="20577"/>
        <pc:sldMkLst>
          <pc:docMk/>
          <pc:sldMk cId="524814360" sldId="286"/>
        </pc:sldMkLst>
        <pc:spChg chg="del topLvl">
          <ac:chgData name="Valerio Massimo Carioti" userId="S::carioti.1983063@studenti.uniroma1.it::0c34bd9a-3cd2-4c68-b93a-dd13a6d4471f" providerId="AD" clId="Web-{6C47F1D5-B1C8-EA87-1FFA-5E25EFAE0FEF}" dt="2026-02-02T17:42:47.382" v="3437"/>
          <ac:spMkLst>
            <pc:docMk/>
            <pc:sldMk cId="524814360" sldId="286"/>
            <ac:spMk id="3" creationId="{17B16FF8-738C-9088-0FB0-27D55C09853A}"/>
          </ac:spMkLst>
        </pc:spChg>
        <pc:spChg chg="del topLvl">
          <ac:chgData name="Valerio Massimo Carioti" userId="S::carioti.1983063@studenti.uniroma1.it::0c34bd9a-3cd2-4c68-b93a-dd13a6d4471f" providerId="AD" clId="Web-{6C47F1D5-B1C8-EA87-1FFA-5E25EFAE0FEF}" dt="2026-02-02T17:43:11.512" v="3438"/>
          <ac:spMkLst>
            <pc:docMk/>
            <pc:sldMk cId="524814360" sldId="286"/>
            <ac:spMk id="4" creationId="{1857FC00-7295-B7A7-ADBB-BEB72BE1BEFD}"/>
          </ac:spMkLst>
        </pc:spChg>
        <pc:spChg chg="add del mod">
          <ac:chgData name="Valerio Massimo Carioti" userId="S::carioti.1983063@studenti.uniroma1.it::0c34bd9a-3cd2-4c68-b93a-dd13a6d4471f" providerId="AD" clId="Web-{6C47F1D5-B1C8-EA87-1FFA-5E25EFAE0FEF}" dt="2026-02-02T17:22:12.457" v="2995"/>
          <ac:spMkLst>
            <pc:docMk/>
            <pc:sldMk cId="524814360" sldId="286"/>
            <ac:spMk id="5" creationId="{E5666F11-16DF-D89A-5963-D1ECB13C9869}"/>
          </ac:spMkLst>
        </pc:spChg>
        <pc:spChg chg="del">
          <ac:chgData name="Valerio Massimo Carioti" userId="S::carioti.1983063@studenti.uniroma1.it::0c34bd9a-3cd2-4c68-b93a-dd13a6d4471f" providerId="AD" clId="Web-{6C47F1D5-B1C8-EA87-1FFA-5E25EFAE0FEF}" dt="2026-02-02T17:13:30.320" v="2779"/>
          <ac:spMkLst>
            <pc:docMk/>
            <pc:sldMk cId="524814360" sldId="286"/>
            <ac:spMk id="9" creationId="{B123A08B-244B-17E5-CC31-7874D6866239}"/>
          </ac:spMkLst>
        </pc:spChg>
        <pc:spChg chg="del mod">
          <ac:chgData name="Valerio Massimo Carioti" userId="S::carioti.1983063@studenti.uniroma1.it::0c34bd9a-3cd2-4c68-b93a-dd13a6d4471f" providerId="AD" clId="Web-{6C47F1D5-B1C8-EA87-1FFA-5E25EFAE0FEF}" dt="2026-02-02T17:35:56.266" v="3365"/>
          <ac:spMkLst>
            <pc:docMk/>
            <pc:sldMk cId="524814360" sldId="286"/>
            <ac:spMk id="12" creationId="{9341F64A-3AC3-1EE1-519D-F251A8F3C656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7:37:16.641" v="3382" actId="1076"/>
          <ac:spMkLst>
            <pc:docMk/>
            <pc:sldMk cId="524814360" sldId="286"/>
            <ac:spMk id="13" creationId="{F1FD1832-66C9-940C-908A-59278496ECC9}"/>
          </ac:spMkLst>
        </pc:spChg>
        <pc:spChg chg="del mod">
          <ac:chgData name="Valerio Massimo Carioti" userId="S::carioti.1983063@studenti.uniroma1.it::0c34bd9a-3cd2-4c68-b93a-dd13a6d4471f" providerId="AD" clId="Web-{6C47F1D5-B1C8-EA87-1FFA-5E25EFAE0FEF}" dt="2026-02-02T17:34:27.729" v="3347"/>
          <ac:spMkLst>
            <pc:docMk/>
            <pc:sldMk cId="524814360" sldId="286"/>
            <ac:spMk id="14" creationId="{C3F0CAB9-42A5-6CB7-8DAE-5E8B5E324567}"/>
          </ac:spMkLst>
        </pc:spChg>
        <pc:spChg chg="del mod">
          <ac:chgData name="Valerio Massimo Carioti" userId="S::carioti.1983063@studenti.uniroma1.it::0c34bd9a-3cd2-4c68-b93a-dd13a6d4471f" providerId="AD" clId="Web-{6C47F1D5-B1C8-EA87-1FFA-5E25EFAE0FEF}" dt="2026-02-02T17:35:56.266" v="3366"/>
          <ac:spMkLst>
            <pc:docMk/>
            <pc:sldMk cId="524814360" sldId="286"/>
            <ac:spMk id="15" creationId="{0403D6D2-C7EA-C6C4-DC85-12E80C0322E1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7:37:13.141" v="3381" actId="1076"/>
          <ac:spMkLst>
            <pc:docMk/>
            <pc:sldMk cId="524814360" sldId="286"/>
            <ac:spMk id="16" creationId="{879249DA-095D-3BC6-DA99-B9AB8B63A973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7:36:57.438" v="3378" actId="1076"/>
          <ac:spMkLst>
            <pc:docMk/>
            <pc:sldMk cId="524814360" sldId="286"/>
            <ac:spMk id="17" creationId="{A546B01F-09B1-10B1-E1CF-C11613EC5107}"/>
          </ac:spMkLst>
        </pc:spChg>
        <pc:spChg chg="add del mod">
          <ac:chgData name="Valerio Massimo Carioti" userId="S::carioti.1983063@studenti.uniroma1.it::0c34bd9a-3cd2-4c68-b93a-dd13a6d4471f" providerId="AD" clId="Web-{6C47F1D5-B1C8-EA87-1FFA-5E25EFAE0FEF}" dt="2026-02-02T17:29:27.267" v="3290"/>
          <ac:spMkLst>
            <pc:docMk/>
            <pc:sldMk cId="524814360" sldId="286"/>
            <ac:spMk id="18" creationId="{109CBF05-0244-DA75-3F74-3243B3A2352C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42:20.662" v="3430" actId="1076"/>
          <ac:spMkLst>
            <pc:docMk/>
            <pc:sldMk cId="524814360" sldId="286"/>
            <ac:spMk id="37" creationId="{AA0CE742-A173-7F35-C280-562926B13DC2}"/>
          </ac:spMkLst>
        </pc:spChg>
        <pc:spChg chg="mod">
          <ac:chgData name="Valerio Massimo Carioti" userId="S::carioti.1983063@studenti.uniroma1.it::0c34bd9a-3cd2-4c68-b93a-dd13a6d4471f" providerId="AD" clId="Web-{6C47F1D5-B1C8-EA87-1FFA-5E25EFAE0FEF}" dt="2026-02-02T17:42:45.616" v="3436" actId="20577"/>
          <ac:spMkLst>
            <pc:docMk/>
            <pc:sldMk cId="524814360" sldId="286"/>
            <ac:spMk id="60" creationId="{90E34B00-7960-0BAD-978B-04C59BACDCB0}"/>
          </ac:spMkLst>
        </pc:spChg>
        <pc:spChg chg="add mod">
          <ac:chgData name="Valerio Massimo Carioti" userId="S::carioti.1983063@studenti.uniroma1.it::0c34bd9a-3cd2-4c68-b93a-dd13a6d4471f" providerId="AD" clId="Web-{6C47F1D5-B1C8-EA87-1FFA-5E25EFAE0FEF}" dt="2026-02-02T18:15:26.025" v="3594" actId="20577"/>
          <ac:spMkLst>
            <pc:docMk/>
            <pc:sldMk cId="524814360" sldId="286"/>
            <ac:spMk id="91" creationId="{1AE5BDF6-FB90-4EAD-4561-9B52E806B043}"/>
          </ac:spMkLst>
        </pc:spChg>
        <pc:grpChg chg="del mod">
          <ac:chgData name="Valerio Massimo Carioti" userId="S::carioti.1983063@studenti.uniroma1.it::0c34bd9a-3cd2-4c68-b93a-dd13a6d4471f" providerId="AD" clId="Web-{6C47F1D5-B1C8-EA87-1FFA-5E25EFAE0FEF}" dt="2026-02-02T17:42:47.382" v="3437"/>
          <ac:grpSpMkLst>
            <pc:docMk/>
            <pc:sldMk cId="524814360" sldId="286"/>
            <ac:grpSpMk id="2" creationId="{02727FC0-C63C-8002-7B21-280CD5C1F087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2:40.272" v="3431"/>
          <ac:grpSpMkLst>
            <pc:docMk/>
            <pc:sldMk cId="524814360" sldId="286"/>
            <ac:grpSpMk id="10" creationId="{980C6023-DB96-40BF-FD6C-0F5E7A0C27FF}"/>
          </ac:grpSpMkLst>
        </pc:grpChg>
        <pc:grpChg chg="add del mod">
          <ac:chgData name="Valerio Massimo Carioti" userId="S::carioti.1983063@studenti.uniroma1.it::0c34bd9a-3cd2-4c68-b93a-dd13a6d4471f" providerId="AD" clId="Web-{6C47F1D5-B1C8-EA87-1FFA-5E25EFAE0FEF}" dt="2026-02-02T17:38:17.063" v="3390"/>
          <ac:grpSpMkLst>
            <pc:docMk/>
            <pc:sldMk cId="524814360" sldId="286"/>
            <ac:grpSpMk id="26" creationId="{8052662D-17E7-096A-B4D1-C4061F41C2B5}"/>
          </ac:grpSpMkLst>
        </pc:grpChg>
        <pc:grpChg chg="add mod ord">
          <ac:chgData name="Valerio Massimo Carioti" userId="S::carioti.1983063@studenti.uniroma1.it::0c34bd9a-3cd2-4c68-b93a-dd13a6d4471f" providerId="AD" clId="Web-{6C47F1D5-B1C8-EA87-1FFA-5E25EFAE0FEF}" dt="2026-02-02T17:40:04.048" v="3402" actId="1076"/>
          <ac:grpSpMkLst>
            <pc:docMk/>
            <pc:sldMk cId="524814360" sldId="286"/>
            <ac:grpSpMk id="32" creationId="{497753E5-E846-2474-D558-21743CF42FA1}"/>
          </ac:grpSpMkLst>
        </pc:grpChg>
        <pc:grpChg chg="add del mod">
          <ac:chgData name="Valerio Massimo Carioti" userId="S::carioti.1983063@studenti.uniroma1.it::0c34bd9a-3cd2-4c68-b93a-dd13a6d4471f" providerId="AD" clId="Web-{6C47F1D5-B1C8-EA87-1FFA-5E25EFAE0FEF}" dt="2026-02-02T17:40:21.876" v="3405"/>
          <ac:grpSpMkLst>
            <pc:docMk/>
            <pc:sldMk cId="524814360" sldId="286"/>
            <ac:grpSpMk id="33" creationId="{AEFABFC0-6931-02C7-D19B-6C2D274B10A0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361" v="3442"/>
          <ac:grpSpMkLst>
            <pc:docMk/>
            <pc:sldMk cId="524814360" sldId="286"/>
            <ac:grpSpMk id="40" creationId="{C3C7D577-B28E-5383-2260-3820228F75AA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392" v="3443"/>
          <ac:grpSpMkLst>
            <pc:docMk/>
            <pc:sldMk cId="524814360" sldId="286"/>
            <ac:grpSpMk id="44" creationId="{A97B392A-1176-EEA3-072A-857B9CAA5E6A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18.154" v="3441"/>
          <ac:grpSpMkLst>
            <pc:docMk/>
            <pc:sldMk cId="524814360" sldId="286"/>
            <ac:grpSpMk id="47" creationId="{6699CB75-59F5-FCB4-59B2-501D75874B5C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2:44.366" v="3434"/>
          <ac:grpSpMkLst>
            <pc:docMk/>
            <pc:sldMk cId="524814360" sldId="286"/>
            <ac:grpSpMk id="48" creationId="{911BDE89-16CB-2CB2-ED89-7E413A675436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2:43.038" v="3432"/>
          <ac:grpSpMkLst>
            <pc:docMk/>
            <pc:sldMk cId="524814360" sldId="286"/>
            <ac:grpSpMk id="49" creationId="{9092F9CB-CA32-B16B-0AFA-A1412033CA1B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2:44.991" v="3435"/>
          <ac:grpSpMkLst>
            <pc:docMk/>
            <pc:sldMk cId="524814360" sldId="286"/>
            <ac:grpSpMk id="50" creationId="{131E4B91-F334-436B-21D3-1A711DFF3410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2:43.788" v="3433"/>
          <ac:grpSpMkLst>
            <pc:docMk/>
            <pc:sldMk cId="524814360" sldId="286"/>
            <ac:grpSpMk id="51" creationId="{E13C0A44-D154-0A41-021E-11F34A01A198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16.388" v="3439"/>
          <ac:grpSpMkLst>
            <pc:docMk/>
            <pc:sldMk cId="524814360" sldId="286"/>
            <ac:grpSpMk id="52" creationId="{D24EEBC8-9479-5D58-5D54-1D5291779455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3:18.139" v="3440"/>
          <ac:grpSpMkLst>
            <pc:docMk/>
            <pc:sldMk cId="524814360" sldId="286"/>
            <ac:grpSpMk id="53" creationId="{B876A62A-0901-BB3B-D7F0-9A48A9090175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407" v="3444"/>
          <ac:grpSpMkLst>
            <pc:docMk/>
            <pc:sldMk cId="524814360" sldId="286"/>
            <ac:grpSpMk id="55" creationId="{CEF46504-D114-697D-F992-E391F2A07FD6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439" v="3445"/>
          <ac:grpSpMkLst>
            <pc:docMk/>
            <pc:sldMk cId="524814360" sldId="286"/>
            <ac:grpSpMk id="69" creationId="{D320EB69-9391-6930-3053-1243ADA9CED5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470" v="3446"/>
          <ac:grpSpMkLst>
            <pc:docMk/>
            <pc:sldMk cId="524814360" sldId="286"/>
            <ac:grpSpMk id="75" creationId="{FD7AA67C-7CDC-A59D-0EAB-CFA47CBE86A8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501" v="3447"/>
          <ac:grpSpMkLst>
            <pc:docMk/>
            <pc:sldMk cId="524814360" sldId="286"/>
            <ac:grpSpMk id="82" creationId="{0810C929-CC71-8338-C311-AEF1C9C53C1E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532" v="3448"/>
          <ac:grpSpMkLst>
            <pc:docMk/>
            <pc:sldMk cId="524814360" sldId="286"/>
            <ac:grpSpMk id="86" creationId="{00F3E648-C395-E2A5-B241-77C38BFEEF13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3:33.564" v="3449"/>
          <ac:grpSpMkLst>
            <pc:docMk/>
            <pc:sldMk cId="524814360" sldId="286"/>
            <ac:grpSpMk id="90" creationId="{D9EA93AF-BB83-6634-18B4-7C9697E92503}"/>
          </ac:grpSpMkLst>
        </pc:grpChg>
        <pc:picChg chg="del">
          <ac:chgData name="Valerio Massimo Carioti" userId="S::carioti.1983063@studenti.uniroma1.it::0c34bd9a-3cd2-4c68-b93a-dd13a6d4471f" providerId="AD" clId="Web-{6C47F1D5-B1C8-EA87-1FFA-5E25EFAE0FEF}" dt="2026-02-02T17:13:33.039" v="2781"/>
          <ac:picMkLst>
            <pc:docMk/>
            <pc:sldMk cId="524814360" sldId="286"/>
            <ac:picMk id="8" creationId="{44252399-6BDD-E3AA-230D-5AEC58FE44B9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7:38:04.031" v="3386" actId="1076"/>
          <ac:picMkLst>
            <pc:docMk/>
            <pc:sldMk cId="524814360" sldId="286"/>
            <ac:picMk id="19" creationId="{59740983-2F6E-1EB7-3120-AD820080D2CE}"/>
          </ac:picMkLst>
        </pc:picChg>
        <pc:picChg chg="add mod modCrop">
          <ac:chgData name="Valerio Massimo Carioti" userId="S::carioti.1983063@studenti.uniroma1.it::0c34bd9a-3cd2-4c68-b93a-dd13a6d4471f" providerId="AD" clId="Web-{6C47F1D5-B1C8-EA87-1FFA-5E25EFAE0FEF}" dt="2026-02-02T17:42:12.099" v="3429" actId="1076"/>
          <ac:picMkLst>
            <pc:docMk/>
            <pc:sldMk cId="524814360" sldId="286"/>
            <ac:picMk id="20" creationId="{4DFB1EF8-DFC9-E716-2C13-6FAF32A30BDB}"/>
          </ac:picMkLst>
        </pc:picChg>
        <pc:picChg chg="del">
          <ac:chgData name="Valerio Massimo Carioti" userId="S::carioti.1983063@studenti.uniroma1.it::0c34bd9a-3cd2-4c68-b93a-dd13a6d4471f" providerId="AD" clId="Web-{6C47F1D5-B1C8-EA87-1FFA-5E25EFAE0FEF}" dt="2026-02-02T17:13:32.101" v="2780"/>
          <ac:picMkLst>
            <pc:docMk/>
            <pc:sldMk cId="524814360" sldId="286"/>
            <ac:picMk id="80" creationId="{AABBD58D-5A54-4C64-0291-77754226C83A}"/>
          </ac:picMkLst>
        </pc:picChg>
      </pc:sldChg>
      <pc:sldChg chg="addSp delSp modSp add replId">
        <pc:chgData name="Valerio Massimo Carioti" userId="S::carioti.1983063@studenti.uniroma1.it::0c34bd9a-3cd2-4c68-b93a-dd13a6d4471f" providerId="AD" clId="Web-{6C47F1D5-B1C8-EA87-1FFA-5E25EFAE0FEF}" dt="2026-02-02T18:16:55.021" v="3605" actId="20577"/>
        <pc:sldMkLst>
          <pc:docMk/>
          <pc:sldMk cId="1964698090" sldId="287"/>
        </pc:sldMkLst>
        <pc:spChg chg="mod">
          <ac:chgData name="Valerio Massimo Carioti" userId="S::carioti.1983063@studenti.uniroma1.it::0c34bd9a-3cd2-4c68-b93a-dd13a6d4471f" providerId="AD" clId="Web-{6C47F1D5-B1C8-EA87-1FFA-5E25EFAE0FEF}" dt="2026-02-02T18:16:55.021" v="3605" actId="20577"/>
          <ac:spMkLst>
            <pc:docMk/>
            <pc:sldMk cId="1964698090" sldId="287"/>
            <ac:spMk id="41" creationId="{7D29925F-17D7-2E0D-7D06-648D51C3B3E4}"/>
          </ac:spMkLst>
        </pc:spChg>
        <pc:grpChg chg="add del">
          <ac:chgData name="Valerio Massimo Carioti" userId="S::carioti.1983063@studenti.uniroma1.it::0c34bd9a-3cd2-4c68-b93a-dd13a6d4471f" providerId="AD" clId="Web-{6C47F1D5-B1C8-EA87-1FFA-5E25EFAE0FEF}" dt="2026-02-02T17:41:27.893" v="3424"/>
          <ac:grpSpMkLst>
            <pc:docMk/>
            <pc:sldMk cId="1964698090" sldId="287"/>
            <ac:grpSpMk id="10" creationId="{4BC9DE16-2A3E-8C8A-9B07-D10404C35449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07"/>
          <ac:grpSpMkLst>
            <pc:docMk/>
            <pc:sldMk cId="1964698090" sldId="287"/>
            <ac:grpSpMk id="11" creationId="{B000E358-C629-099F-EE3F-44C06C292586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690" v="3416"/>
          <ac:grpSpMkLst>
            <pc:docMk/>
            <pc:sldMk cId="1964698090" sldId="287"/>
            <ac:grpSpMk id="15" creationId="{50C5E46B-4E07-4527-C8CB-3B6372050F39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721" v="3417"/>
          <ac:grpSpMkLst>
            <pc:docMk/>
            <pc:sldMk cId="1964698090" sldId="287"/>
            <ac:grpSpMk id="19" creationId="{BABCCF1E-1043-137A-0E90-869F0781A589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737" v="3418"/>
          <ac:grpSpMkLst>
            <pc:docMk/>
            <pc:sldMk cId="1964698090" sldId="287"/>
            <ac:grpSpMk id="23" creationId="{01CC79B2-133B-E315-3B71-741E4664876B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752" v="3419"/>
          <ac:grpSpMkLst>
            <pc:docMk/>
            <pc:sldMk cId="1964698090" sldId="287"/>
            <ac:grpSpMk id="27" creationId="{DD7C73B6-F0BD-2972-A7AF-D406FFADB94C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768" v="3420"/>
          <ac:grpSpMkLst>
            <pc:docMk/>
            <pc:sldMk cId="1964698090" sldId="287"/>
            <ac:grpSpMk id="31" creationId="{B533B14B-24D1-C4F7-37A6-6388398DD261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799" v="3421"/>
          <ac:grpSpMkLst>
            <pc:docMk/>
            <pc:sldMk cId="1964698090" sldId="287"/>
            <ac:grpSpMk id="39" creationId="{A3570927-6277-8F8C-C39A-F5F17958991B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815" v="3422"/>
          <ac:grpSpMkLst>
            <pc:docMk/>
            <pc:sldMk cId="1964698090" sldId="287"/>
            <ac:grpSpMk id="44" creationId="{09AFCD99-B9B0-E365-1493-AAFA1C8A6CD6}"/>
          </ac:grpSpMkLst>
        </pc:grpChg>
        <pc:grpChg chg="add">
          <ac:chgData name="Valerio Massimo Carioti" userId="S::carioti.1983063@studenti.uniroma1.it::0c34bd9a-3cd2-4c68-b93a-dd13a6d4471f" providerId="AD" clId="Web-{6C47F1D5-B1C8-EA87-1FFA-5E25EFAE0FEF}" dt="2026-02-02T17:41:23.846" v="3423"/>
          <ac:grpSpMkLst>
            <pc:docMk/>
            <pc:sldMk cId="1964698090" sldId="287"/>
            <ac:grpSpMk id="48" creationId="{E813050E-235E-7B10-E81F-EA832347913F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14"/>
          <ac:grpSpMkLst>
            <pc:docMk/>
            <pc:sldMk cId="1964698090" sldId="287"/>
            <ac:grpSpMk id="93" creationId="{AFD92845-6824-5C77-3433-7C4FD53C3A67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13"/>
          <ac:grpSpMkLst>
            <pc:docMk/>
            <pc:sldMk cId="1964698090" sldId="287"/>
            <ac:grpSpMk id="109" creationId="{1CA09B85-809D-5751-90E5-F979ED3A262D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12"/>
          <ac:grpSpMkLst>
            <pc:docMk/>
            <pc:sldMk cId="1964698090" sldId="287"/>
            <ac:grpSpMk id="125" creationId="{D5950A7F-51D4-DC75-55D1-98918EDD0458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11"/>
          <ac:grpSpMkLst>
            <pc:docMk/>
            <pc:sldMk cId="1964698090" sldId="287"/>
            <ac:grpSpMk id="132" creationId="{BD93162B-FAF5-703C-D7E3-621E191B133E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10"/>
          <ac:grpSpMkLst>
            <pc:docMk/>
            <pc:sldMk cId="1964698090" sldId="287"/>
            <ac:grpSpMk id="136" creationId="{6CD6C088-A3B0-C022-5166-58B67695AECE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09"/>
          <ac:grpSpMkLst>
            <pc:docMk/>
            <pc:sldMk cId="1964698090" sldId="287"/>
            <ac:grpSpMk id="140" creationId="{9B97BB25-66AA-2966-E089-6655C0E26A1A}"/>
          </ac:grpSpMkLst>
        </pc:grpChg>
        <pc:grpChg chg="del">
          <ac:chgData name="Valerio Massimo Carioti" userId="S::carioti.1983063@studenti.uniroma1.it::0c34bd9a-3cd2-4c68-b93a-dd13a6d4471f" providerId="AD" clId="Web-{6C47F1D5-B1C8-EA87-1FFA-5E25EFAE0FEF}" dt="2026-02-02T17:41:06.502" v="3408"/>
          <ac:grpSpMkLst>
            <pc:docMk/>
            <pc:sldMk cId="1964698090" sldId="287"/>
            <ac:grpSpMk id="144" creationId="{F9562192-F3DF-4051-D0E9-0644C7CA13DD}"/>
          </ac:grpSpMkLst>
        </pc:grpChg>
      </pc:sldChg>
      <pc:sldChg chg="add replId">
        <pc:chgData name="Valerio Massimo Carioti" userId="S::carioti.1983063@studenti.uniroma1.it::0c34bd9a-3cd2-4c68-b93a-dd13a6d4471f" providerId="AD" clId="Web-{6C47F1D5-B1C8-EA87-1FFA-5E25EFAE0FEF}" dt="2026-02-02T18:18:41.435" v="3606"/>
        <pc:sldMkLst>
          <pc:docMk/>
          <pc:sldMk cId="1292381212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468512" y="-353712"/>
            <a:ext cx="10994424" cy="109944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1400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0488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48861" y="4148171"/>
            <a:ext cx="13790274" cy="1999906"/>
          </a:xfrm>
          <a:prstGeom prst="rect">
            <a:avLst/>
          </a:prstGeom>
          <a:solidFill>
            <a:schemeClr val="bg1"/>
          </a:solidFill>
        </p:spPr>
        <p:txBody>
          <a:bodyPr lIns="50800" tIns="50800" rIns="50800" bIns="50800" rtlCol="0" anchor="ctr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0000"/>
                </a:solidFill>
                <a:latin typeface="Gotham Bold"/>
                <a:ea typeface="+mn-lt"/>
                <a:cs typeface="Gotham Bold"/>
                <a:sym typeface="Gotham Bold"/>
              </a:rPr>
              <a:t>Hybrid Models for Hyperspectral Image Classification</a:t>
            </a:r>
            <a:endParaRPr lang="en-US" sz="5500" b="1" dirty="0">
              <a:latin typeface="Gotham Bold"/>
              <a:ea typeface="Calibri"/>
              <a:cs typeface="Gotham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578544" y="476373"/>
            <a:ext cx="7130912" cy="175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Neural Networks</a:t>
            </a:r>
            <a:endParaRPr lang="en-US" sz="2500" spc="139" dirty="0">
              <a:solidFill>
                <a:srgbClr val="191919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>
                <a:solidFill>
                  <a:srgbClr val="191919"/>
                </a:solidFill>
                <a:latin typeface="Gotham"/>
                <a:ea typeface="Gotham"/>
                <a:cs typeface="Gotham"/>
              </a:rPr>
              <a:t>06/02/2026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500" spc="139" dirty="0">
              <a:solidFill>
                <a:srgbClr val="191919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 dirty="0">
                <a:solidFill>
                  <a:srgbClr val="191919"/>
                </a:solidFill>
                <a:latin typeface="Gotham"/>
                <a:ea typeface="Gotham"/>
                <a:cs typeface="Gotham"/>
              </a:rPr>
              <a:t>Valerio Massimo Carioti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8F1457AE-A616-2905-6DA3-CD85E0A3754D}"/>
              </a:ext>
            </a:extLst>
          </p:cNvPr>
          <p:cNvGrpSpPr/>
          <p:nvPr/>
        </p:nvGrpSpPr>
        <p:grpSpPr>
          <a:xfrm>
            <a:off x="12266682" y="-8745129"/>
            <a:ext cx="11639457" cy="11639457"/>
            <a:chOff x="0" y="0"/>
            <a:chExt cx="812800" cy="8128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28EAE45B-1874-C7E6-0EBE-F0ADCD7EBD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24DE06C7-573B-53E9-BB9A-E40620B76BF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467B721E-8516-A96A-2B27-FD35E207C871}"/>
              </a:ext>
            </a:extLst>
          </p:cNvPr>
          <p:cNvGrpSpPr/>
          <p:nvPr/>
        </p:nvGrpSpPr>
        <p:grpSpPr>
          <a:xfrm>
            <a:off x="-14203400" y="-3867573"/>
            <a:ext cx="32344488" cy="13789649"/>
            <a:chOff x="-1522062" y="-216534"/>
            <a:chExt cx="2258662" cy="962951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C9EED0E8-7F58-60B6-2DF1-91450360EEA8}"/>
                </a:ext>
              </a:extLst>
            </p:cNvPr>
            <p:cNvSpPr/>
            <p:nvPr/>
          </p:nvSpPr>
          <p:spPr>
            <a:xfrm>
              <a:off x="-1522062" y="-216534"/>
              <a:ext cx="1080702" cy="962951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F5C92956-056E-A980-0A19-BD2DB39A118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977213" y="-5364313"/>
            <a:ext cx="10994424" cy="109944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6AA26314-32DC-6A4D-0CF7-38EB75DB69DC}"/>
              </a:ext>
            </a:extLst>
          </p:cNvPr>
          <p:cNvGrpSpPr/>
          <p:nvPr/>
        </p:nvGrpSpPr>
        <p:grpSpPr>
          <a:xfrm>
            <a:off x="2569943" y="7464302"/>
            <a:ext cx="6597220" cy="6047474"/>
            <a:chOff x="6121697" y="7963333"/>
            <a:chExt cx="5321551" cy="4914680"/>
          </a:xfrm>
        </p:grpSpPr>
        <p:grpSp>
          <p:nvGrpSpPr>
            <p:cNvPr id="27" name="Group 27"/>
            <p:cNvGrpSpPr/>
            <p:nvPr/>
          </p:nvGrpSpPr>
          <p:grpSpPr>
            <a:xfrm rot="3945801">
              <a:off x="6666845" y="8101610"/>
              <a:ext cx="4776403" cy="4776403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08AC4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 rot="3945801">
              <a:off x="6954881" y="7130149"/>
              <a:ext cx="1577153" cy="3243522"/>
            </a:xfrm>
            <a:custGeom>
              <a:avLst/>
              <a:gdLst/>
              <a:ahLst/>
              <a:cxnLst/>
              <a:rect l="l" t="t" r="r" b="b"/>
              <a:pathLst>
                <a:path w="1577153" h="3243522">
                  <a:moveTo>
                    <a:pt x="0" y="0"/>
                  </a:moveTo>
                  <a:lnTo>
                    <a:pt x="1577153" y="0"/>
                  </a:lnTo>
                  <a:lnTo>
                    <a:pt x="1577153" y="3243522"/>
                  </a:lnTo>
                  <a:lnTo>
                    <a:pt x="0" y="3243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204881"/>
              </a:stretch>
            </a:blipFill>
          </p:spPr>
        </p:sp>
      </p:grpSp>
      <p:sp>
        <p:nvSpPr>
          <p:cNvPr id="32" name="TextBox 13">
            <a:extLst>
              <a:ext uri="{FF2B5EF4-FFF2-40B4-BE49-F238E27FC236}">
                <a16:creationId xmlns:a16="http://schemas.microsoft.com/office/drawing/2014/main" id="{47C096A0-F633-E1E5-109F-EAB2C26ADE5E}"/>
              </a:ext>
            </a:extLst>
          </p:cNvPr>
          <p:cNvSpPr txBox="1"/>
          <p:nvPr/>
        </p:nvSpPr>
        <p:spPr>
          <a:xfrm>
            <a:off x="2844314" y="613983"/>
            <a:ext cx="12599276" cy="1002134"/>
          </a:xfrm>
          <a:prstGeom prst="rect">
            <a:avLst/>
          </a:prstGeom>
          <a:solidFill>
            <a:schemeClr val="bg1"/>
          </a:solidFill>
        </p:spPr>
        <p:txBody>
          <a:bodyPr wrap="square" lIns="50800" tIns="50800" rIns="50800" bIns="50800" rtlCol="0" anchor="ctr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Project Aim</a:t>
            </a:r>
            <a:endParaRPr lang="it-IT" dirty="0"/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3ACD7644-5E4B-B8EB-DD3A-7CD21B8BFE15}"/>
              </a:ext>
            </a:extLst>
          </p:cNvPr>
          <p:cNvSpPr txBox="1"/>
          <p:nvPr/>
        </p:nvSpPr>
        <p:spPr>
          <a:xfrm>
            <a:off x="2022053" y="2731674"/>
            <a:ext cx="8097343" cy="3106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2775" lvl="1" indent="-342900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"/>
              </a:rPr>
              <a:t>Labeled hyperspectral images are hardly available</a:t>
            </a:r>
            <a:endParaRPr lang="it-IT" dirty="0">
              <a:latin typeface="Gotham"/>
              <a:cs typeface="Gotham"/>
            </a:endParaRPr>
          </a:p>
          <a:p>
            <a:pPr marL="612775" lvl="1" indent="-342900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"/>
              </a:rPr>
              <a:t>Precise classification requires both local features and global context</a:t>
            </a:r>
          </a:p>
          <a:p>
            <a:pPr marL="612775" lvl="1" indent="-342900">
              <a:lnSpc>
                <a:spcPts val="3500"/>
              </a:lnSpc>
              <a:buFont typeface="Arial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ea typeface="Gotham"/>
                <a:cs typeface="Gotham"/>
              </a:rPr>
              <a:t>Use of a small hybrid CNN-Transformer architecture</a:t>
            </a:r>
          </a:p>
          <a:p>
            <a:pPr marL="612775" lvl="1" indent="-342900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ea typeface="Gotham"/>
                <a:cs typeface="Gotham"/>
              </a:rPr>
              <a:t>Data  expansion techniques can help</a:t>
            </a:r>
          </a:p>
        </p:txBody>
      </p: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6B09C8A9-6032-B1C5-C4C2-484AD1448D06}"/>
              </a:ext>
            </a:extLst>
          </p:cNvPr>
          <p:cNvGrpSpPr/>
          <p:nvPr/>
        </p:nvGrpSpPr>
        <p:grpSpPr>
          <a:xfrm>
            <a:off x="299260" y="2693325"/>
            <a:ext cx="1055890" cy="4900429"/>
            <a:chOff x="902510" y="1306909"/>
            <a:chExt cx="823057" cy="4276011"/>
          </a:xfrm>
        </p:grpSpPr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470C0021-3EC2-9662-3753-FEE34EE39D01}"/>
                </a:ext>
              </a:extLst>
            </p:cNvPr>
            <p:cNvGrpSpPr/>
            <p:nvPr/>
          </p:nvGrpSpPr>
          <p:grpSpPr>
            <a:xfrm>
              <a:off x="902510" y="1306909"/>
              <a:ext cx="823057" cy="836648"/>
              <a:chOff x="0" y="0"/>
              <a:chExt cx="812800" cy="812800"/>
            </a:xfrm>
          </p:grpSpPr>
          <p:sp>
            <p:nvSpPr>
              <p:cNvPr id="36" name="Freeform 10">
                <a:extLst>
                  <a:ext uri="{FF2B5EF4-FFF2-40B4-BE49-F238E27FC236}">
                    <a16:creationId xmlns:a16="http://schemas.microsoft.com/office/drawing/2014/main" id="{8A7AC61A-5425-93BD-430D-B8589D5ECA5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08AC4"/>
              </a:solidFill>
            </p:spPr>
          </p:sp>
          <p:sp>
            <p:nvSpPr>
              <p:cNvPr id="37" name="TextBox 11">
                <a:extLst>
                  <a:ext uri="{FF2B5EF4-FFF2-40B4-BE49-F238E27FC236}">
                    <a16:creationId xmlns:a16="http://schemas.microsoft.com/office/drawing/2014/main" id="{2A34A9B4-D9B8-EA80-069D-D4B7FB213602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699">
                    <a:solidFill>
                      <a:srgbClr val="FFFEFE"/>
                    </a:solidFill>
                    <a:latin typeface="Gotham"/>
                    <a:ea typeface="Gotham"/>
                    <a:cs typeface="Gotham"/>
                    <a:sym typeface="Gotham"/>
                  </a:rPr>
                  <a:t>1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5F4544-6286-D513-C4BE-4E8742276D35}"/>
                </a:ext>
              </a:extLst>
            </p:cNvPr>
            <p:cNvGrpSpPr/>
            <p:nvPr/>
          </p:nvGrpSpPr>
          <p:grpSpPr>
            <a:xfrm>
              <a:off x="1092012" y="3400180"/>
              <a:ext cx="421419" cy="458429"/>
              <a:chOff x="0" y="0"/>
              <a:chExt cx="812800" cy="869819"/>
            </a:xfrm>
          </p:grpSpPr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4992AB3B-9C1A-35E9-F124-05B9683FCFC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35" name="TextBox 14">
                <a:extLst>
                  <a:ext uri="{FF2B5EF4-FFF2-40B4-BE49-F238E27FC236}">
                    <a16:creationId xmlns:a16="http://schemas.microsoft.com/office/drawing/2014/main" id="{50DCE2A4-A17D-CDDB-4DAB-31E174E8E08A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  <a:sym typeface="Gotham"/>
                  </a:rPr>
                  <a:t>4</a:t>
                </a:r>
              </a:p>
            </p:txBody>
          </p:sp>
        </p:grpSp>
        <p:grpSp>
          <p:nvGrpSpPr>
            <p:cNvPr id="14" name="Group 15">
              <a:extLst>
                <a:ext uri="{FF2B5EF4-FFF2-40B4-BE49-F238E27FC236}">
                  <a16:creationId xmlns:a16="http://schemas.microsoft.com/office/drawing/2014/main" id="{B5588E6F-AC79-5A09-2817-B16B83A57F60}"/>
                </a:ext>
              </a:extLst>
            </p:cNvPr>
            <p:cNvGrpSpPr/>
            <p:nvPr/>
          </p:nvGrpSpPr>
          <p:grpSpPr>
            <a:xfrm>
              <a:off x="1092012" y="2259259"/>
              <a:ext cx="421419" cy="458429"/>
              <a:chOff x="0" y="0"/>
              <a:chExt cx="812800" cy="869819"/>
            </a:xfrm>
          </p:grpSpPr>
          <p:sp>
            <p:nvSpPr>
              <p:cNvPr id="31" name="Freeform 16">
                <a:extLst>
                  <a:ext uri="{FF2B5EF4-FFF2-40B4-BE49-F238E27FC236}">
                    <a16:creationId xmlns:a16="http://schemas.microsoft.com/office/drawing/2014/main" id="{A3E9C4D6-04B2-E7DE-A90D-88906B6129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33" name="TextBox 17">
                <a:extLst>
                  <a:ext uri="{FF2B5EF4-FFF2-40B4-BE49-F238E27FC236}">
                    <a16:creationId xmlns:a16="http://schemas.microsoft.com/office/drawing/2014/main" id="{497BD895-427E-D99F-8DA4-C4D7AD8A2F52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  <a:sym typeface="Gotham"/>
                  </a:rPr>
                  <a:t>2</a:t>
                </a:r>
              </a:p>
            </p:txBody>
          </p:sp>
        </p:grpSp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7510C653-D38C-621B-7DD1-026E9B2994B2}"/>
                </a:ext>
              </a:extLst>
            </p:cNvPr>
            <p:cNvGrpSpPr/>
            <p:nvPr/>
          </p:nvGrpSpPr>
          <p:grpSpPr>
            <a:xfrm>
              <a:off x="1092012" y="3974971"/>
              <a:ext cx="421419" cy="458429"/>
              <a:chOff x="0" y="0"/>
              <a:chExt cx="812800" cy="869819"/>
            </a:xfrm>
          </p:grpSpPr>
          <p:sp>
            <p:nvSpPr>
              <p:cNvPr id="25" name="Freeform 19">
                <a:extLst>
                  <a:ext uri="{FF2B5EF4-FFF2-40B4-BE49-F238E27FC236}">
                    <a16:creationId xmlns:a16="http://schemas.microsoft.com/office/drawing/2014/main" id="{DFE8A2C5-1B51-99C2-0DB3-EF71E0F809E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26" name="TextBox 20">
                <a:extLst>
                  <a:ext uri="{FF2B5EF4-FFF2-40B4-BE49-F238E27FC236}">
                    <a16:creationId xmlns:a16="http://schemas.microsoft.com/office/drawing/2014/main" id="{F54BA344-3CA0-38F1-D8DB-84202B60390A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  <a:sym typeface="Gotham"/>
                  </a:rPr>
                  <a:t>5</a:t>
                </a:r>
              </a:p>
            </p:txBody>
          </p:sp>
        </p:grpSp>
        <p:grpSp>
          <p:nvGrpSpPr>
            <p:cNvPr id="16" name="Group 21">
              <a:extLst>
                <a:ext uri="{FF2B5EF4-FFF2-40B4-BE49-F238E27FC236}">
                  <a16:creationId xmlns:a16="http://schemas.microsoft.com/office/drawing/2014/main" id="{ADF878A7-0DDC-3A2C-D70C-0278E73618E6}"/>
                </a:ext>
              </a:extLst>
            </p:cNvPr>
            <p:cNvGrpSpPr/>
            <p:nvPr/>
          </p:nvGrpSpPr>
          <p:grpSpPr>
            <a:xfrm>
              <a:off x="1092012" y="2823332"/>
              <a:ext cx="421419" cy="458429"/>
              <a:chOff x="0" y="0"/>
              <a:chExt cx="812800" cy="869819"/>
            </a:xfrm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8ADB75F-5571-3E09-E27C-6D2ECECE4CC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83F296-B267-0166-6D3E-7B651FF29CC9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  <a:sym typeface="Gotham"/>
                  </a:rPr>
                  <a:t>3</a:t>
                </a:r>
              </a:p>
            </p:txBody>
          </p:sp>
        </p:grpSp>
        <p:grpSp>
          <p:nvGrpSpPr>
            <p:cNvPr id="17" name="Group 24">
              <a:extLst>
                <a:ext uri="{FF2B5EF4-FFF2-40B4-BE49-F238E27FC236}">
                  <a16:creationId xmlns:a16="http://schemas.microsoft.com/office/drawing/2014/main" id="{FD68A635-C948-A965-E8AA-318AF9A020C8}"/>
                </a:ext>
              </a:extLst>
            </p:cNvPr>
            <p:cNvGrpSpPr/>
            <p:nvPr/>
          </p:nvGrpSpPr>
          <p:grpSpPr>
            <a:xfrm>
              <a:off x="1092012" y="4550361"/>
              <a:ext cx="421419" cy="458429"/>
              <a:chOff x="0" y="0"/>
              <a:chExt cx="812800" cy="869819"/>
            </a:xfrm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608440C8-FA25-DAAF-8073-90D0D525EA6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22" name="TextBox 26">
                <a:extLst>
                  <a:ext uri="{FF2B5EF4-FFF2-40B4-BE49-F238E27FC236}">
                    <a16:creationId xmlns:a16="http://schemas.microsoft.com/office/drawing/2014/main" id="{E3CC0DE8-94A4-415F-2AD8-7A872E35997D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  <a:sym typeface="Gotham"/>
                  </a:rPr>
                  <a:t>6</a:t>
                </a:r>
              </a:p>
            </p:txBody>
          </p:sp>
        </p:grpSp>
        <p:grpSp>
          <p:nvGrpSpPr>
            <p:cNvPr id="18" name="Group 37">
              <a:extLst>
                <a:ext uri="{FF2B5EF4-FFF2-40B4-BE49-F238E27FC236}">
                  <a16:creationId xmlns:a16="http://schemas.microsoft.com/office/drawing/2014/main" id="{41DEDCFD-58E3-E00C-4768-64351B5419D4}"/>
                </a:ext>
              </a:extLst>
            </p:cNvPr>
            <p:cNvGrpSpPr/>
            <p:nvPr/>
          </p:nvGrpSpPr>
          <p:grpSpPr>
            <a:xfrm>
              <a:off x="1092012" y="5124491"/>
              <a:ext cx="421419" cy="458429"/>
              <a:chOff x="0" y="0"/>
              <a:chExt cx="812800" cy="869819"/>
            </a:xfrm>
          </p:grpSpPr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66F66EAA-F6E5-83F0-7FEE-90503EFFAD0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6981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69819">
                    <a:moveTo>
                      <a:pt x="406400" y="0"/>
                    </a:moveTo>
                    <a:cubicBezTo>
                      <a:pt x="181951" y="0"/>
                      <a:pt x="0" y="194716"/>
                      <a:pt x="0" y="434909"/>
                    </a:cubicBezTo>
                    <a:cubicBezTo>
                      <a:pt x="0" y="675103"/>
                      <a:pt x="181951" y="869819"/>
                      <a:pt x="406400" y="869819"/>
                    </a:cubicBezTo>
                    <a:cubicBezTo>
                      <a:pt x="630849" y="869819"/>
                      <a:pt x="812800" y="675103"/>
                      <a:pt x="812800" y="434909"/>
                    </a:cubicBezTo>
                    <a:cubicBezTo>
                      <a:pt x="812800" y="19471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EFE"/>
              </a:solidFill>
              <a:ln w="9525" cap="sq">
                <a:solidFill>
                  <a:srgbClr val="108AC4"/>
                </a:solidFill>
                <a:prstDash val="solid"/>
                <a:miter/>
              </a:ln>
            </p:spPr>
          </p:sp>
          <p:sp>
            <p:nvSpPr>
              <p:cNvPr id="20" name="TextBox 39">
                <a:extLst>
                  <a:ext uri="{FF2B5EF4-FFF2-40B4-BE49-F238E27FC236}">
                    <a16:creationId xmlns:a16="http://schemas.microsoft.com/office/drawing/2014/main" id="{7B2224DB-1A1B-D9CF-176E-F2F8E377A0A4}"/>
                  </a:ext>
                </a:extLst>
              </p:cNvPr>
              <p:cNvSpPr txBox="1"/>
              <p:nvPr/>
            </p:nvSpPr>
            <p:spPr>
              <a:xfrm>
                <a:off x="76200" y="52970"/>
                <a:ext cx="660400" cy="7353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  <a:r>
                  <a:rPr lang="en-US" sz="1700">
                    <a:solidFill>
                      <a:srgbClr val="191919"/>
                    </a:solidFill>
                    <a:latin typeface="Gotham"/>
                    <a:ea typeface="Gotham"/>
                    <a:cs typeface="Gotham"/>
                  </a:rPr>
                  <a:t>7</a:t>
                </a:r>
              </a:p>
            </p:txBody>
          </p:sp>
        </p:grp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A30735C8-B7B8-A75D-CCD7-146BD88FB243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40" name="Freeform 9">
              <a:extLst>
                <a:ext uri="{FF2B5EF4-FFF2-40B4-BE49-F238E27FC236}">
                  <a16:creationId xmlns:a16="http://schemas.microsoft.com/office/drawing/2014/main" id="{C28B7970-B17C-901F-5538-7B96B32B6E15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10">
              <a:extLst>
                <a:ext uri="{FF2B5EF4-FFF2-40B4-BE49-F238E27FC236}">
                  <a16:creationId xmlns:a16="http://schemas.microsoft.com/office/drawing/2014/main" id="{F4EF2C1D-CE19-D689-0239-AB6536032D3F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3D609-9A32-CB19-22F8-45535139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E70DC5F-6934-F2C6-1BDD-36B6B20D18CA}"/>
              </a:ext>
            </a:extLst>
          </p:cNvPr>
          <p:cNvGrpSpPr/>
          <p:nvPr/>
        </p:nvGrpSpPr>
        <p:grpSpPr>
          <a:xfrm>
            <a:off x="16838160" y="2080220"/>
            <a:ext cx="3491563" cy="4330371"/>
            <a:chOff x="-15393" y="-1441493"/>
            <a:chExt cx="1915297" cy="4423077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1BF2FE85-BBC3-0D58-DB1C-CF870339C592}"/>
                </a:ext>
              </a:extLst>
            </p:cNvPr>
            <p:cNvSpPr/>
            <p:nvPr/>
          </p:nvSpPr>
          <p:spPr>
            <a:xfrm>
              <a:off x="-15393" y="-1441493"/>
              <a:ext cx="1915297" cy="4423077"/>
            </a:xfrm>
            <a:prstGeom prst="rect">
              <a:avLst/>
            </a:prstGeom>
            <a:solidFill>
              <a:srgbClr val="108AC4">
                <a:alpha val="49804"/>
              </a:srgbClr>
            </a:solidFill>
          </p:spPr>
        </p:sp>
      </p:grpSp>
      <p:grpSp>
        <p:nvGrpSpPr>
          <p:cNvPr id="34" name="Group 34">
            <a:extLst>
              <a:ext uri="{FF2B5EF4-FFF2-40B4-BE49-F238E27FC236}">
                <a16:creationId xmlns:a16="http://schemas.microsoft.com/office/drawing/2014/main" id="{63E5019C-4335-BF89-9E4F-BB90F71997F1}"/>
              </a:ext>
            </a:extLst>
          </p:cNvPr>
          <p:cNvGrpSpPr/>
          <p:nvPr/>
        </p:nvGrpSpPr>
        <p:grpSpPr>
          <a:xfrm rot="16200000">
            <a:off x="16195351" y="1369068"/>
            <a:ext cx="4180279" cy="1436474"/>
            <a:chOff x="-4492353" y="-3789092"/>
            <a:chExt cx="5573704" cy="1519906"/>
          </a:xfrm>
        </p:grpSpPr>
        <p:sp>
          <p:nvSpPr>
            <p:cNvPr id="35" name="AutoShape 35">
              <a:extLst>
                <a:ext uri="{FF2B5EF4-FFF2-40B4-BE49-F238E27FC236}">
                  <a16:creationId xmlns:a16="http://schemas.microsoft.com/office/drawing/2014/main" id="{9E550173-2FD6-E271-BBF4-20C1FB5DD724}"/>
                </a:ext>
              </a:extLst>
            </p:cNvPr>
            <p:cNvSpPr/>
            <p:nvPr/>
          </p:nvSpPr>
          <p:spPr>
            <a:xfrm rot="5400000">
              <a:off x="-2465454" y="-5815991"/>
              <a:ext cx="1519906" cy="5573704"/>
            </a:xfrm>
            <a:prstGeom prst="rect">
              <a:avLst/>
            </a:prstGeom>
            <a:solidFill>
              <a:srgbClr val="108AC4"/>
            </a:solidFill>
          </p:spPr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30C25C1E-2904-B8FF-E6D2-4C6B10841F87}"/>
              </a:ext>
            </a:extLst>
          </p:cNvPr>
          <p:cNvSpPr txBox="1"/>
          <p:nvPr/>
        </p:nvSpPr>
        <p:spPr>
          <a:xfrm>
            <a:off x="2759659" y="662625"/>
            <a:ext cx="825490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4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CTA-net*</a:t>
            </a:r>
            <a:endParaRPr lang="en-US" sz="4500" b="1" dirty="0">
              <a:solidFill>
                <a:srgbClr val="191919"/>
              </a:solidFill>
              <a:latin typeface="Gotham Bold"/>
              <a:ea typeface="Gotham Bold"/>
              <a:cs typeface="Gotham Bold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71E152A6-32C5-EB91-3E88-A97C3221E2C2}"/>
              </a:ext>
            </a:extLst>
          </p:cNvPr>
          <p:cNvSpPr txBox="1"/>
          <p:nvPr/>
        </p:nvSpPr>
        <p:spPr>
          <a:xfrm>
            <a:off x="2759658" y="1837489"/>
            <a:ext cx="5890056" cy="1901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500" b="1" spc="62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1 – Data Expansion</a:t>
            </a:r>
            <a:endParaRPr lang="en-US" sz="2500" b="1" spc="62" dirty="0">
              <a:solidFill>
                <a:srgbClr val="191919"/>
              </a:solidFill>
              <a:latin typeface="Gotham Bold"/>
              <a:cs typeface="Gotham Bold"/>
            </a:endParaRPr>
          </a:p>
          <a:p>
            <a:pPr marL="342900" indent="-342900">
              <a:lnSpc>
                <a:spcPts val="2840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cs typeface="Gotham"/>
              </a:rPr>
              <a:t>Traditional data augmentation techniques has to be adapted to hyperspectral images</a:t>
            </a: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80A6C4-9126-2291-33DE-943B132930D9}"/>
              </a:ext>
            </a:extLst>
          </p:cNvPr>
          <p:cNvSpPr txBox="1"/>
          <p:nvPr/>
        </p:nvSpPr>
        <p:spPr>
          <a:xfrm>
            <a:off x="9494930" y="2221494"/>
            <a:ext cx="6222715" cy="22724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50" dirty="0">
                <a:latin typeface="Gotham"/>
                <a:cs typeface="Segoe UI"/>
              </a:rPr>
              <a:t>​</a:t>
            </a:r>
            <a:r>
              <a:rPr lang="en-US" sz="2500" b="1" spc="62" dirty="0">
                <a:solidFill>
                  <a:srgbClr val="191919"/>
                </a:solidFill>
                <a:latin typeface="Gotham Bold"/>
                <a:cs typeface="Gotham Bold"/>
              </a:rPr>
              <a:t>2 - CNN-Transformer</a:t>
            </a:r>
            <a:endParaRPr lang="en-US" sz="2500" spc="62" baseline="3000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lnSpc>
                <a:spcPts val="2840"/>
              </a:lnSpc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Arial"/>
              </a:rPr>
              <a:t>2 branches:</a:t>
            </a:r>
          </a:p>
          <a:p>
            <a:pPr marL="800100" lvl="1" indent="-342900">
              <a:lnSpc>
                <a:spcPts val="2840"/>
              </a:lnSpc>
              <a:buFont typeface="Courier New"/>
              <a:buChar char="o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Arial"/>
              </a:rPr>
              <a:t>Multi-resolution CNN for local </a:t>
            </a:r>
            <a:r>
              <a:rPr lang="en-US" sz="2500">
                <a:solidFill>
                  <a:srgbClr val="191919"/>
                </a:solidFill>
                <a:latin typeface="Gotham"/>
                <a:cs typeface="Arial"/>
              </a:rPr>
              <a:t>features</a:t>
            </a:r>
            <a:endParaRPr lang="en-US" sz="2500" dirty="0">
              <a:solidFill>
                <a:srgbClr val="191919"/>
              </a:solidFill>
              <a:latin typeface="Gotham"/>
              <a:cs typeface="Arial"/>
            </a:endParaRPr>
          </a:p>
          <a:p>
            <a:pPr marL="800100" lvl="1" indent="-342900">
              <a:lnSpc>
                <a:spcPts val="2840"/>
              </a:lnSpc>
              <a:buFont typeface="Courier New"/>
              <a:buChar char="o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Arial"/>
              </a:rPr>
              <a:t>Transformer for global context</a:t>
            </a:r>
          </a:p>
          <a:p>
            <a:pPr marL="800100" lvl="1" indent="-342900">
              <a:lnSpc>
                <a:spcPts val="2840"/>
              </a:lnSpc>
              <a:buFont typeface="Courier New"/>
              <a:buChar char="o"/>
            </a:pPr>
            <a:endParaRPr lang="en-US" sz="2500" dirty="0">
              <a:solidFill>
                <a:srgbClr val="191919"/>
              </a:solidFill>
              <a:latin typeface="Gotham"/>
              <a:cs typeface="Arial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2A317BE-D28C-1D7C-C998-D54A5B10843A}"/>
              </a:ext>
            </a:extLst>
          </p:cNvPr>
          <p:cNvSpPr txBox="1"/>
          <p:nvPr/>
        </p:nvSpPr>
        <p:spPr>
          <a:xfrm>
            <a:off x="2759657" y="3647430"/>
            <a:ext cx="5864656" cy="18723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500" b="1" spc="62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3 – Channel-Spatial Attention</a:t>
            </a:r>
            <a:endParaRPr lang="en-US" sz="2500" b="1" spc="62" dirty="0">
              <a:solidFill>
                <a:srgbClr val="191919"/>
              </a:solidFill>
              <a:latin typeface="Gotham Bold"/>
              <a:cs typeface="Gotham Bold"/>
            </a:endParaRPr>
          </a:p>
          <a:p>
            <a:pPr marL="342900" indent="-342900">
              <a:lnSpc>
                <a:spcPts val="2840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cs typeface="Gotham"/>
              </a:rPr>
              <a:t>Two lightweight attention modules that capture relations between channels and between positional features</a:t>
            </a:r>
            <a:endParaRPr lang="en-US" sz="2500" spc="62" dirty="0">
              <a:solidFill>
                <a:srgbClr val="191919"/>
              </a:solidFill>
              <a:latin typeface="Gotham"/>
              <a:ea typeface="Calibri"/>
              <a:cs typeface="Gotham"/>
            </a:endParaRPr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07162F20-4ADC-8AA9-02AD-158F2FA45932}"/>
              </a:ext>
            </a:extLst>
          </p:cNvPr>
          <p:cNvGrpSpPr/>
          <p:nvPr/>
        </p:nvGrpSpPr>
        <p:grpSpPr>
          <a:xfrm>
            <a:off x="278093" y="3328325"/>
            <a:ext cx="1055890" cy="958822"/>
            <a:chOff x="0" y="0"/>
            <a:chExt cx="812800" cy="812800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CECD210F-C08A-37FB-732C-6764BD88E38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A50C7FEC-CEC7-E1BC-E893-9C08D483E67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2</a:t>
              </a:r>
            </a:p>
          </p:txBody>
        </p:sp>
      </p:grpSp>
      <p:grpSp>
        <p:nvGrpSpPr>
          <p:cNvPr id="22" name="Group 12">
            <a:extLst>
              <a:ext uri="{FF2B5EF4-FFF2-40B4-BE49-F238E27FC236}">
                <a16:creationId xmlns:a16="http://schemas.microsoft.com/office/drawing/2014/main" id="{F30F60FC-544F-23CE-A4B9-D6B86EDF6685}"/>
              </a:ext>
            </a:extLst>
          </p:cNvPr>
          <p:cNvGrpSpPr/>
          <p:nvPr/>
        </p:nvGrpSpPr>
        <p:grpSpPr>
          <a:xfrm>
            <a:off x="542370" y="5092272"/>
            <a:ext cx="540633" cy="525372"/>
            <a:chOff x="0" y="0"/>
            <a:chExt cx="812800" cy="869819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4FC27415-152D-0FC0-09CF-CA85D04F4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5FAF29B7-FF8F-F1E7-59F8-B836EDAA7D3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5B5AD1C5-21A9-A6A3-320A-B406222492F5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0" y="0"/>
            <a:chExt cx="812800" cy="869819"/>
          </a:xfrm>
        </p:grpSpPr>
        <p:sp>
          <p:nvSpPr>
            <p:cNvPr id="24" name="Freeform 16">
              <a:extLst>
                <a:ext uri="{FF2B5EF4-FFF2-40B4-BE49-F238E27FC236}">
                  <a16:creationId xmlns:a16="http://schemas.microsoft.com/office/drawing/2014/main" id="{721DDA9C-54FE-1249-DC11-2357751617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25" name="TextBox 17">
              <a:extLst>
                <a:ext uri="{FF2B5EF4-FFF2-40B4-BE49-F238E27FC236}">
                  <a16:creationId xmlns:a16="http://schemas.microsoft.com/office/drawing/2014/main" id="{1EFF3A20-78F9-AA25-CD39-D91DE8DA33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30" name="Group 18">
            <a:extLst>
              <a:ext uri="{FF2B5EF4-FFF2-40B4-BE49-F238E27FC236}">
                <a16:creationId xmlns:a16="http://schemas.microsoft.com/office/drawing/2014/main" id="{77260EF9-1E0B-B627-84DD-7FC6DFFD4DB6}"/>
              </a:ext>
            </a:extLst>
          </p:cNvPr>
          <p:cNvGrpSpPr/>
          <p:nvPr/>
        </p:nvGrpSpPr>
        <p:grpSpPr>
          <a:xfrm>
            <a:off x="542370" y="5750998"/>
            <a:ext cx="540633" cy="525372"/>
            <a:chOff x="0" y="0"/>
            <a:chExt cx="812800" cy="869819"/>
          </a:xfrm>
        </p:grpSpPr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4D565C6-B563-9F6A-BCEE-74053D3FDA6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29" name="TextBox 20">
              <a:extLst>
                <a:ext uri="{FF2B5EF4-FFF2-40B4-BE49-F238E27FC236}">
                  <a16:creationId xmlns:a16="http://schemas.microsoft.com/office/drawing/2014/main" id="{65AC0F51-3AC4-BECE-5466-15CEA75D8E7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6" name="Group 21">
            <a:extLst>
              <a:ext uri="{FF2B5EF4-FFF2-40B4-BE49-F238E27FC236}">
                <a16:creationId xmlns:a16="http://schemas.microsoft.com/office/drawing/2014/main" id="{EB0ACF2D-C7E6-3E03-B360-D3A25F0A9FFF}"/>
              </a:ext>
            </a:extLst>
          </p:cNvPr>
          <p:cNvGrpSpPr/>
          <p:nvPr/>
        </p:nvGrpSpPr>
        <p:grpSpPr>
          <a:xfrm>
            <a:off x="542370" y="4431188"/>
            <a:ext cx="540633" cy="525372"/>
            <a:chOff x="0" y="0"/>
            <a:chExt cx="812800" cy="869819"/>
          </a:xfrm>
        </p:grpSpPr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AD665D60-A42B-34E6-ABBC-AA244642F92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12FCB980-1933-E8EC-F786-13C9F8A220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42" name="Group 24">
            <a:extLst>
              <a:ext uri="{FF2B5EF4-FFF2-40B4-BE49-F238E27FC236}">
                <a16:creationId xmlns:a16="http://schemas.microsoft.com/office/drawing/2014/main" id="{9668B31D-971A-5AA7-A3C1-09945246F833}"/>
              </a:ext>
            </a:extLst>
          </p:cNvPr>
          <p:cNvGrpSpPr/>
          <p:nvPr/>
        </p:nvGrpSpPr>
        <p:grpSpPr>
          <a:xfrm>
            <a:off x="542370" y="6410411"/>
            <a:ext cx="540633" cy="525372"/>
            <a:chOff x="0" y="0"/>
            <a:chExt cx="812800" cy="869819"/>
          </a:xfrm>
        </p:grpSpPr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664EBFA8-0943-2056-CA3D-B8127921FB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1" name="TextBox 26">
              <a:extLst>
                <a:ext uri="{FF2B5EF4-FFF2-40B4-BE49-F238E27FC236}">
                  <a16:creationId xmlns:a16="http://schemas.microsoft.com/office/drawing/2014/main" id="{01104B0C-4693-2744-B326-CB673AF0C3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6" name="Group 37">
            <a:extLst>
              <a:ext uri="{FF2B5EF4-FFF2-40B4-BE49-F238E27FC236}">
                <a16:creationId xmlns:a16="http://schemas.microsoft.com/office/drawing/2014/main" id="{6A4710CF-DD6F-326F-4F98-27F6C08DC5A7}"/>
              </a:ext>
            </a:extLst>
          </p:cNvPr>
          <p:cNvGrpSpPr/>
          <p:nvPr/>
        </p:nvGrpSpPr>
        <p:grpSpPr>
          <a:xfrm>
            <a:off x="542370" y="7068380"/>
            <a:ext cx="540633" cy="525372"/>
            <a:chOff x="0" y="0"/>
            <a:chExt cx="812800" cy="869819"/>
          </a:xfrm>
        </p:grpSpPr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1AA839C3-706C-C4F5-1748-65242C32D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5" name="TextBox 39">
              <a:extLst>
                <a:ext uri="{FF2B5EF4-FFF2-40B4-BE49-F238E27FC236}">
                  <a16:creationId xmlns:a16="http://schemas.microsoft.com/office/drawing/2014/main" id="{22F039EC-6DC3-9AA7-B825-9F076C1BAF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3440B9A-C345-29DC-F7DD-5536E59460A5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D5BCE74-8121-F989-32EC-88502DCAAB08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8BE92F6-E137-DD3E-A18C-E266DE4914B2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uppo 42">
            <a:extLst>
              <a:ext uri="{FF2B5EF4-FFF2-40B4-BE49-F238E27FC236}">
                <a16:creationId xmlns:a16="http://schemas.microsoft.com/office/drawing/2014/main" id="{21138AB7-D099-6768-F0D2-A6C304FB1A8D}"/>
              </a:ext>
            </a:extLst>
          </p:cNvPr>
          <p:cNvGrpSpPr/>
          <p:nvPr/>
        </p:nvGrpSpPr>
        <p:grpSpPr>
          <a:xfrm>
            <a:off x="15604761" y="8895939"/>
            <a:ext cx="6597219" cy="6047474"/>
            <a:chOff x="6121697" y="7963333"/>
            <a:chExt cx="5321551" cy="4914680"/>
          </a:xfrm>
        </p:grpSpPr>
        <p:grpSp>
          <p:nvGrpSpPr>
            <p:cNvPr id="23" name="Group 27">
              <a:extLst>
                <a:ext uri="{FF2B5EF4-FFF2-40B4-BE49-F238E27FC236}">
                  <a16:creationId xmlns:a16="http://schemas.microsoft.com/office/drawing/2014/main" id="{554848D6-5884-1527-6440-10076B781776}"/>
                </a:ext>
              </a:extLst>
            </p:cNvPr>
            <p:cNvGrpSpPr/>
            <p:nvPr/>
          </p:nvGrpSpPr>
          <p:grpSpPr>
            <a:xfrm rot="3945801">
              <a:off x="6666845" y="8101610"/>
              <a:ext cx="4776403" cy="4776403"/>
              <a:chOff x="0" y="0"/>
              <a:chExt cx="812800" cy="812800"/>
            </a:xfrm>
          </p:grpSpPr>
          <p:sp>
            <p:nvSpPr>
              <p:cNvPr id="31" name="Freeform 28">
                <a:extLst>
                  <a:ext uri="{FF2B5EF4-FFF2-40B4-BE49-F238E27FC236}">
                    <a16:creationId xmlns:a16="http://schemas.microsoft.com/office/drawing/2014/main" id="{D75109B7-3162-6A17-BA06-D29316C8F7B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08AC4"/>
              </a:solidFill>
            </p:spPr>
          </p:sp>
          <p:sp>
            <p:nvSpPr>
              <p:cNvPr id="38" name="TextBox 29">
                <a:extLst>
                  <a:ext uri="{FF2B5EF4-FFF2-40B4-BE49-F238E27FC236}">
                    <a16:creationId xmlns:a16="http://schemas.microsoft.com/office/drawing/2014/main" id="{AB22ACCE-4BD9-5AD2-26B5-DFA3D4CD48E6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F611383E-3D3F-61B6-4F20-E5F2EECC5843}"/>
                </a:ext>
              </a:extLst>
            </p:cNvPr>
            <p:cNvSpPr/>
            <p:nvPr/>
          </p:nvSpPr>
          <p:spPr>
            <a:xfrm rot="3945801">
              <a:off x="6954881" y="7130149"/>
              <a:ext cx="1577153" cy="3243522"/>
            </a:xfrm>
            <a:custGeom>
              <a:avLst/>
              <a:gdLst/>
              <a:ahLst/>
              <a:cxnLst/>
              <a:rect l="l" t="t" r="r" b="b"/>
              <a:pathLst>
                <a:path w="1577153" h="3243522">
                  <a:moveTo>
                    <a:pt x="0" y="0"/>
                  </a:moveTo>
                  <a:lnTo>
                    <a:pt x="1577153" y="0"/>
                  </a:lnTo>
                  <a:lnTo>
                    <a:pt x="1577153" y="3243522"/>
                  </a:lnTo>
                  <a:lnTo>
                    <a:pt x="0" y="3243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204881"/>
              </a:stretch>
            </a:blipFill>
          </p:spPr>
        </p:sp>
      </p:grpSp>
      <p:pic>
        <p:nvPicPr>
          <p:cNvPr id="5" name="Immagine 4" descr="Immagine che contiene testo, schermata, Policromia, design&#10;&#10;Il contenuto generato dall&amp;#39;IA potrebbe non essere corretto.">
            <a:extLst>
              <a:ext uri="{FF2B5EF4-FFF2-40B4-BE49-F238E27FC236}">
                <a16:creationId xmlns:a16="http://schemas.microsoft.com/office/drawing/2014/main" id="{CD20ABA2-7DAC-A5E0-8998-540330A2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2" b="2027"/>
          <a:stretch>
            <a:fillRect/>
          </a:stretch>
        </p:blipFill>
        <p:spPr>
          <a:xfrm>
            <a:off x="2886363" y="6007764"/>
            <a:ext cx="12521237" cy="335366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9A860D-1025-B164-D9A3-919E033FAE91}"/>
              </a:ext>
            </a:extLst>
          </p:cNvPr>
          <p:cNvSpPr txBox="1"/>
          <p:nvPr/>
        </p:nvSpPr>
        <p:spPr>
          <a:xfrm>
            <a:off x="2759365" y="9692410"/>
            <a:ext cx="1369290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i="1" dirty="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*</a:t>
            </a:r>
            <a:r>
              <a:rPr lang="en-US" sz="1500" b="0" i="1" dirty="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CNN-Transformer and Channel-Spatial Attention based network for hyperspectral image classification with few samples</a:t>
            </a:r>
            <a:r>
              <a:rPr lang="en-US" sz="1500" i="1" dirty="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,</a:t>
            </a:r>
            <a:r>
              <a:rPr lang="en-US" sz="1500" b="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 Fu</a:t>
            </a:r>
            <a:r>
              <a:rPr lang="en-US" sz="150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 et al.,</a:t>
            </a:r>
            <a:r>
              <a:rPr lang="en-US" sz="1500" b="0">
                <a:solidFill>
                  <a:srgbClr val="000000"/>
                </a:solidFill>
                <a:latin typeface="Gotham"/>
                <a:ea typeface="Consolas"/>
                <a:cs typeface="Consolas"/>
              </a:rPr>
              <a:t> 2025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6328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540E9-1D1D-403F-536A-3EF76F72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7">
            <a:extLst>
              <a:ext uri="{FF2B5EF4-FFF2-40B4-BE49-F238E27FC236}">
                <a16:creationId xmlns:a16="http://schemas.microsoft.com/office/drawing/2014/main" id="{AA0CE742-A173-7F35-C280-562926B13DC2}"/>
              </a:ext>
            </a:extLst>
          </p:cNvPr>
          <p:cNvSpPr txBox="1"/>
          <p:nvPr/>
        </p:nvSpPr>
        <p:spPr>
          <a:xfrm>
            <a:off x="4787572" y="543528"/>
            <a:ext cx="870882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500" b="1">
                <a:solidFill>
                  <a:srgbClr val="191919"/>
                </a:solidFill>
                <a:latin typeface="Gotham Bold"/>
                <a:ea typeface="Gotham Bold"/>
                <a:cs typeface="Gotham Bold"/>
              </a:rPr>
              <a:t>Dataset</a:t>
            </a:r>
            <a:endParaRPr lang="en-US" sz="4500" b="1" dirty="0">
              <a:solidFill>
                <a:srgbClr val="191919"/>
              </a:solidFill>
              <a:latin typeface="Gotham Bold"/>
              <a:ea typeface="Gotham Bold"/>
              <a:cs typeface="Gotham Bold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1FD1832-66C9-940C-908A-59278496ECC9}"/>
              </a:ext>
            </a:extLst>
          </p:cNvPr>
          <p:cNvSpPr txBox="1"/>
          <p:nvPr/>
        </p:nvSpPr>
        <p:spPr>
          <a:xfrm>
            <a:off x="6486786" y="2175789"/>
            <a:ext cx="4687548" cy="24814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Indian Pines:</a:t>
            </a:r>
            <a:endParaRPr lang="it-IT"/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Agricultural setting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200 useful bands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Resolution of 20m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10249 labeled pixels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16 classes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79249DA-095D-3BC6-DA99-B9AB8B63A973}"/>
              </a:ext>
            </a:extLst>
          </p:cNvPr>
          <p:cNvSpPr txBox="1"/>
          <p:nvPr/>
        </p:nvSpPr>
        <p:spPr>
          <a:xfrm>
            <a:off x="2272695" y="2175789"/>
            <a:ext cx="4202639" cy="24699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Pavia University:</a:t>
            </a:r>
            <a:endParaRPr lang="it-IT"/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Urban setting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103 useful bands</a:t>
            </a:r>
            <a:endParaRPr lang="en-US" sz="250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Resolution of 1.3m</a:t>
            </a:r>
            <a:endParaRPr lang="en-US" sz="250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42776 labeled pixels</a:t>
            </a:r>
            <a:endParaRPr lang="en-US" sz="250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9 classes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546B01F-09B1-10B1-E1CF-C11613EC5107}"/>
              </a:ext>
            </a:extLst>
          </p:cNvPr>
          <p:cNvSpPr txBox="1"/>
          <p:nvPr/>
        </p:nvSpPr>
        <p:spPr>
          <a:xfrm>
            <a:off x="2272695" y="5974242"/>
            <a:ext cx="8428276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To test the pipeline when very few data are available, only 10 samples of each class were used for training and 5 for validation.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Each channel has been normalized independently based on the training set.</a:t>
            </a:r>
            <a:endParaRPr lang="en-US" sz="2500" dirty="0">
              <a:solidFill>
                <a:srgbClr val="000000"/>
              </a:solidFill>
              <a:latin typeface="Gotham"/>
              <a:cs typeface="Gotham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10 runs with different training and validation sets</a:t>
            </a:r>
            <a:endParaRPr lang="en-US" sz="2500" dirty="0">
              <a:solidFill>
                <a:srgbClr val="000000"/>
              </a:solidFill>
              <a:latin typeface="Gotham"/>
              <a:cs typeface="Gotham"/>
            </a:endParaRPr>
          </a:p>
        </p:txBody>
      </p:sp>
      <p:pic>
        <p:nvPicPr>
          <p:cNvPr id="19" name="Immagine 18" descr="Immagine che contiene mappa, schermata, testo&#10;&#10;Il contenuto generato dall&amp;#39;IA potrebbe non essere corretto.">
            <a:extLst>
              <a:ext uri="{FF2B5EF4-FFF2-40B4-BE49-F238E27FC236}">
                <a16:creationId xmlns:a16="http://schemas.microsoft.com/office/drawing/2014/main" id="{59740983-2F6E-1EB7-3120-AD820080D2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75" r="-47" b="15079"/>
          <a:stretch>
            <a:fillRect/>
          </a:stretch>
        </p:blipFill>
        <p:spPr>
          <a:xfrm>
            <a:off x="11666393" y="858551"/>
            <a:ext cx="6235106" cy="4935341"/>
          </a:xfrm>
          <a:prstGeom prst="rect">
            <a:avLst/>
          </a:prstGeom>
        </p:spPr>
      </p:pic>
      <p:grpSp>
        <p:nvGrpSpPr>
          <p:cNvPr id="32" name="Gruppo 31">
            <a:extLst>
              <a:ext uri="{FF2B5EF4-FFF2-40B4-BE49-F238E27FC236}">
                <a16:creationId xmlns:a16="http://schemas.microsoft.com/office/drawing/2014/main" id="{497753E5-E846-2474-D558-21743CF42FA1}"/>
              </a:ext>
            </a:extLst>
          </p:cNvPr>
          <p:cNvGrpSpPr/>
          <p:nvPr/>
        </p:nvGrpSpPr>
        <p:grpSpPr>
          <a:xfrm rot="10500000">
            <a:off x="12510579" y="9184574"/>
            <a:ext cx="6597219" cy="6047474"/>
            <a:chOff x="6121697" y="7963333"/>
            <a:chExt cx="5321551" cy="49146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315CA90-6669-589C-23AF-A73500879625}"/>
                </a:ext>
              </a:extLst>
            </p:cNvPr>
            <p:cNvGrpSpPr/>
            <p:nvPr/>
          </p:nvGrpSpPr>
          <p:grpSpPr>
            <a:xfrm rot="3945801">
              <a:off x="6666845" y="8101610"/>
              <a:ext cx="4776403" cy="4776403"/>
              <a:chOff x="0" y="0"/>
              <a:chExt cx="812800" cy="812800"/>
            </a:xfrm>
          </p:grpSpPr>
          <p:sp>
            <p:nvSpPr>
              <p:cNvPr id="30" name="Freeform 28">
                <a:extLst>
                  <a:ext uri="{FF2B5EF4-FFF2-40B4-BE49-F238E27FC236}">
                    <a16:creationId xmlns:a16="http://schemas.microsoft.com/office/drawing/2014/main" id="{D7130726-ABEC-1015-8CC9-B0B6117157AC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08AC4"/>
              </a:solidFill>
            </p:spPr>
          </p:sp>
          <p:sp>
            <p:nvSpPr>
              <p:cNvPr id="31" name="TextBox 29">
                <a:extLst>
                  <a:ext uri="{FF2B5EF4-FFF2-40B4-BE49-F238E27FC236}">
                    <a16:creationId xmlns:a16="http://schemas.microsoft.com/office/drawing/2014/main" id="{31FB24F7-959B-EACE-5B6B-038A6A028EE6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6DF502F2-ED67-E06D-DDD5-B5130560C2B2}"/>
                </a:ext>
              </a:extLst>
            </p:cNvPr>
            <p:cNvSpPr/>
            <p:nvPr/>
          </p:nvSpPr>
          <p:spPr>
            <a:xfrm rot="3945801">
              <a:off x="6954881" y="7130149"/>
              <a:ext cx="1577153" cy="3243522"/>
            </a:xfrm>
            <a:custGeom>
              <a:avLst/>
              <a:gdLst/>
              <a:ahLst/>
              <a:cxnLst/>
              <a:rect l="l" t="t" r="r" b="b"/>
              <a:pathLst>
                <a:path w="1577153" h="3243522">
                  <a:moveTo>
                    <a:pt x="0" y="0"/>
                  </a:moveTo>
                  <a:lnTo>
                    <a:pt x="1577153" y="0"/>
                  </a:lnTo>
                  <a:lnTo>
                    <a:pt x="1577153" y="3243522"/>
                  </a:lnTo>
                  <a:lnTo>
                    <a:pt x="0" y="3243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r="-204881"/>
              </a:stretch>
            </a:blipFill>
          </p:spPr>
        </p:sp>
      </p:grpSp>
      <p:pic>
        <p:nvPicPr>
          <p:cNvPr id="20" name="Immagine 19" descr="Immagine che contiene testo, schermata, Policromia, Software multimediale&#10;&#10;Il contenuto generato dall&amp;#39;IA potrebbe non essere corretto.">
            <a:extLst>
              <a:ext uri="{FF2B5EF4-FFF2-40B4-BE49-F238E27FC236}">
                <a16:creationId xmlns:a16="http://schemas.microsoft.com/office/drawing/2014/main" id="{4DFB1EF8-DFC9-E716-2C13-6FAF32A30B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96" t="7032" r="13113" b="38413"/>
          <a:stretch>
            <a:fillRect/>
          </a:stretch>
        </p:blipFill>
        <p:spPr>
          <a:xfrm>
            <a:off x="11654846" y="6129299"/>
            <a:ext cx="6481008" cy="2924492"/>
          </a:xfrm>
          <a:prstGeom prst="rect">
            <a:avLst/>
          </a:prstGeom>
        </p:spPr>
      </p:pic>
      <p:grpSp>
        <p:nvGrpSpPr>
          <p:cNvPr id="40" name="Group 9">
            <a:extLst>
              <a:ext uri="{FF2B5EF4-FFF2-40B4-BE49-F238E27FC236}">
                <a16:creationId xmlns:a16="http://schemas.microsoft.com/office/drawing/2014/main" id="{C3C7D577-B28E-5383-2260-3820228F75AA}"/>
              </a:ext>
            </a:extLst>
          </p:cNvPr>
          <p:cNvGrpSpPr/>
          <p:nvPr/>
        </p:nvGrpSpPr>
        <p:grpSpPr>
          <a:xfrm>
            <a:off x="278093" y="3995075"/>
            <a:ext cx="1055890" cy="958822"/>
            <a:chOff x="0" y="0"/>
            <a:chExt cx="812800" cy="812800"/>
          </a:xfrm>
        </p:grpSpPr>
        <p:sp>
          <p:nvSpPr>
            <p:cNvPr id="38" name="Freeform 10">
              <a:extLst>
                <a:ext uri="{FF2B5EF4-FFF2-40B4-BE49-F238E27FC236}">
                  <a16:creationId xmlns:a16="http://schemas.microsoft.com/office/drawing/2014/main" id="{0211B6C8-B024-FBB5-EE33-366B23AC42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590769B-3F35-D0D9-2574-B00F4CF6950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3</a:t>
              </a: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A97B392A-1176-EEA3-072A-857B9CAA5E6A}"/>
              </a:ext>
            </a:extLst>
          </p:cNvPr>
          <p:cNvGrpSpPr/>
          <p:nvPr/>
        </p:nvGrpSpPr>
        <p:grpSpPr>
          <a:xfrm>
            <a:off x="542370" y="5092272"/>
            <a:ext cx="540633" cy="525372"/>
            <a:chOff x="0" y="0"/>
            <a:chExt cx="812800" cy="869819"/>
          </a:xfrm>
        </p:grpSpPr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C99BADFA-23E7-2C81-000B-201B5465B2D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3" name="TextBox 14">
              <a:extLst>
                <a:ext uri="{FF2B5EF4-FFF2-40B4-BE49-F238E27FC236}">
                  <a16:creationId xmlns:a16="http://schemas.microsoft.com/office/drawing/2014/main" id="{643EAEF1-1F7C-E48E-D029-54EACCE14C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55" name="Group 15">
            <a:extLst>
              <a:ext uri="{FF2B5EF4-FFF2-40B4-BE49-F238E27FC236}">
                <a16:creationId xmlns:a16="http://schemas.microsoft.com/office/drawing/2014/main" id="{CEF46504-D114-697D-F992-E391F2A07FD6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0" y="0"/>
            <a:chExt cx="812800" cy="869819"/>
          </a:xfrm>
        </p:grpSpPr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6895CE7B-6376-49BD-2193-9709C30DD1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4" name="TextBox 17">
              <a:extLst>
                <a:ext uri="{FF2B5EF4-FFF2-40B4-BE49-F238E27FC236}">
                  <a16:creationId xmlns:a16="http://schemas.microsoft.com/office/drawing/2014/main" id="{AF57CE74-3E48-B9B8-4D9C-70B87F078E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69" name="Group 18">
            <a:extLst>
              <a:ext uri="{FF2B5EF4-FFF2-40B4-BE49-F238E27FC236}">
                <a16:creationId xmlns:a16="http://schemas.microsoft.com/office/drawing/2014/main" id="{D320EB69-9391-6930-3053-1243ADA9CED5}"/>
              </a:ext>
            </a:extLst>
          </p:cNvPr>
          <p:cNvGrpSpPr/>
          <p:nvPr/>
        </p:nvGrpSpPr>
        <p:grpSpPr>
          <a:xfrm>
            <a:off x="542370" y="5750998"/>
            <a:ext cx="540633" cy="525372"/>
            <a:chOff x="0" y="0"/>
            <a:chExt cx="812800" cy="869819"/>
          </a:xfrm>
        </p:grpSpPr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AB4D219A-E57C-A164-9DC9-B33A96D92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8" name="TextBox 20">
              <a:extLst>
                <a:ext uri="{FF2B5EF4-FFF2-40B4-BE49-F238E27FC236}">
                  <a16:creationId xmlns:a16="http://schemas.microsoft.com/office/drawing/2014/main" id="{C286B423-0584-AA5C-92FC-341B8C1F945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75" name="Group 21">
            <a:extLst>
              <a:ext uri="{FF2B5EF4-FFF2-40B4-BE49-F238E27FC236}">
                <a16:creationId xmlns:a16="http://schemas.microsoft.com/office/drawing/2014/main" id="{FD7AA67C-7CDC-A59D-0EAB-CFA47CBE86A8}"/>
              </a:ext>
            </a:extLst>
          </p:cNvPr>
          <p:cNvGrpSpPr/>
          <p:nvPr/>
        </p:nvGrpSpPr>
        <p:grpSpPr>
          <a:xfrm>
            <a:off x="542370" y="3330521"/>
            <a:ext cx="540633" cy="525372"/>
            <a:chOff x="0" y="0"/>
            <a:chExt cx="812800" cy="869819"/>
          </a:xfrm>
        </p:grpSpPr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0070C45E-564D-4F33-FB92-5721352187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73" name="TextBox 23">
              <a:extLst>
                <a:ext uri="{FF2B5EF4-FFF2-40B4-BE49-F238E27FC236}">
                  <a16:creationId xmlns:a16="http://schemas.microsoft.com/office/drawing/2014/main" id="{5F896835-036D-19AF-BD8B-0B2904152EA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0810C929-CC71-8338-C311-AEF1C9C53C1E}"/>
              </a:ext>
            </a:extLst>
          </p:cNvPr>
          <p:cNvGrpSpPr/>
          <p:nvPr/>
        </p:nvGrpSpPr>
        <p:grpSpPr>
          <a:xfrm>
            <a:off x="542370" y="6410411"/>
            <a:ext cx="540633" cy="525372"/>
            <a:chOff x="0" y="0"/>
            <a:chExt cx="812800" cy="869819"/>
          </a:xfrm>
        </p:grpSpPr>
        <p:sp>
          <p:nvSpPr>
            <p:cNvPr id="77" name="Freeform 25">
              <a:extLst>
                <a:ext uri="{FF2B5EF4-FFF2-40B4-BE49-F238E27FC236}">
                  <a16:creationId xmlns:a16="http://schemas.microsoft.com/office/drawing/2014/main" id="{2EF0922B-A74C-A6BD-26B4-BE096C25B5F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81" name="TextBox 26">
              <a:extLst>
                <a:ext uri="{FF2B5EF4-FFF2-40B4-BE49-F238E27FC236}">
                  <a16:creationId xmlns:a16="http://schemas.microsoft.com/office/drawing/2014/main" id="{A4033EFA-5C62-C22E-33DA-46BFA4B82B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86" name="Group 37">
            <a:extLst>
              <a:ext uri="{FF2B5EF4-FFF2-40B4-BE49-F238E27FC236}">
                <a16:creationId xmlns:a16="http://schemas.microsoft.com/office/drawing/2014/main" id="{00F3E648-C395-E2A5-B241-77C38BFEEF13}"/>
              </a:ext>
            </a:extLst>
          </p:cNvPr>
          <p:cNvGrpSpPr/>
          <p:nvPr/>
        </p:nvGrpSpPr>
        <p:grpSpPr>
          <a:xfrm>
            <a:off x="542370" y="7068380"/>
            <a:ext cx="540633" cy="525372"/>
            <a:chOff x="0" y="0"/>
            <a:chExt cx="812800" cy="869819"/>
          </a:xfrm>
        </p:grpSpPr>
        <p:sp>
          <p:nvSpPr>
            <p:cNvPr id="84" name="Freeform 38">
              <a:extLst>
                <a:ext uri="{FF2B5EF4-FFF2-40B4-BE49-F238E27FC236}">
                  <a16:creationId xmlns:a16="http://schemas.microsoft.com/office/drawing/2014/main" id="{918A4C6A-5E81-54B6-AB74-34DC8C2C22D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85" name="TextBox 39">
              <a:extLst>
                <a:ext uri="{FF2B5EF4-FFF2-40B4-BE49-F238E27FC236}">
                  <a16:creationId xmlns:a16="http://schemas.microsoft.com/office/drawing/2014/main" id="{612FDED9-D98A-4506-377B-781898571B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90" name="Group 8">
            <a:extLst>
              <a:ext uri="{FF2B5EF4-FFF2-40B4-BE49-F238E27FC236}">
                <a16:creationId xmlns:a16="http://schemas.microsoft.com/office/drawing/2014/main" id="{D9EA93AF-BB83-6634-18B4-7C9697E92503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88" name="Freeform 9">
              <a:extLst>
                <a:ext uri="{FF2B5EF4-FFF2-40B4-BE49-F238E27FC236}">
                  <a16:creationId xmlns:a16="http://schemas.microsoft.com/office/drawing/2014/main" id="{5EDD8061-4E44-9715-9B7D-B81F87518C94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9" name="TextBox 10">
              <a:extLst>
                <a:ext uri="{FF2B5EF4-FFF2-40B4-BE49-F238E27FC236}">
                  <a16:creationId xmlns:a16="http://schemas.microsoft.com/office/drawing/2014/main" id="{4C86044D-580A-E637-CF5D-9259D89E2FF8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1" name="CasellaDiTesto 90">
            <a:extLst>
              <a:ext uri="{FF2B5EF4-FFF2-40B4-BE49-F238E27FC236}">
                <a16:creationId xmlns:a16="http://schemas.microsoft.com/office/drawing/2014/main" id="{1AE5BDF6-FB90-4EAD-4561-9B52E806B043}"/>
              </a:ext>
            </a:extLst>
          </p:cNvPr>
          <p:cNvSpPr txBox="1"/>
          <p:nvPr/>
        </p:nvSpPr>
        <p:spPr>
          <a:xfrm>
            <a:off x="1893455" y="9461500"/>
            <a:ext cx="1051790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i="1">
                <a:latin typeface="Gotham"/>
                <a:ea typeface="Consolas"/>
                <a:cs typeface="Consolas"/>
              </a:rPr>
              <a:t>Learning Hyperspectral Feature Extraction and Classification with ResNeXt Network,</a:t>
            </a:r>
            <a:r>
              <a:rPr lang="en-US" sz="1500">
                <a:latin typeface="Gotham"/>
                <a:ea typeface="Consolas"/>
                <a:cs typeface="Consolas"/>
              </a:rPr>
              <a:t> Nyasaka et al., 2020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4814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261D8-5BE5-88F7-221A-7C58328C3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06319E-7D3D-08B1-567E-87080BE7AEE7}"/>
              </a:ext>
            </a:extLst>
          </p:cNvPr>
          <p:cNvGrpSpPr/>
          <p:nvPr/>
        </p:nvGrpSpPr>
        <p:grpSpPr>
          <a:xfrm>
            <a:off x="8407642" y="-676228"/>
            <a:ext cx="11639457" cy="1163945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4D64CB-B68A-DA82-D238-4BA54349A2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CD63A4E-44B9-162F-3442-FB377AB0183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CD011E6F-2C0B-81E8-98C5-EF00675B3FCD}"/>
              </a:ext>
            </a:extLst>
          </p:cNvPr>
          <p:cNvGrpSpPr/>
          <p:nvPr/>
        </p:nvGrpSpPr>
        <p:grpSpPr>
          <a:xfrm>
            <a:off x="14479624" y="-1859810"/>
            <a:ext cx="5409339" cy="5332746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101381D0-38AE-FEED-9236-9F8C7B6422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08A1EB65-6193-58E4-0EEF-02E3F9CB22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B1B649F0-C5DA-38BD-B2E7-D8D9227450C4}"/>
              </a:ext>
            </a:extLst>
          </p:cNvPr>
          <p:cNvSpPr txBox="1"/>
          <p:nvPr/>
        </p:nvSpPr>
        <p:spPr>
          <a:xfrm>
            <a:off x="4787572" y="707742"/>
            <a:ext cx="870882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5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</a:rPr>
              <a:t>Data Expansion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017EDD1C-84CD-522C-9211-DF236DA5F1CA}"/>
              </a:ext>
            </a:extLst>
          </p:cNvPr>
          <p:cNvSpPr txBox="1"/>
          <p:nvPr/>
        </p:nvSpPr>
        <p:spPr>
          <a:xfrm>
            <a:off x="2203424" y="1725517"/>
            <a:ext cx="12711638" cy="87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The central pixel carries more information than in RGB images: traditional techniques must be adapted</a:t>
            </a:r>
          </a:p>
        </p:txBody>
      </p:sp>
      <p:sp>
        <p:nvSpPr>
          <p:cNvPr id="6" name="AutoShape 35">
            <a:extLst>
              <a:ext uri="{FF2B5EF4-FFF2-40B4-BE49-F238E27FC236}">
                <a16:creationId xmlns:a16="http://schemas.microsoft.com/office/drawing/2014/main" id="{561322E7-E3DD-C5A1-E06D-87B72E2F6573}"/>
              </a:ext>
            </a:extLst>
          </p:cNvPr>
          <p:cNvSpPr/>
          <p:nvPr/>
        </p:nvSpPr>
        <p:spPr>
          <a:xfrm>
            <a:off x="2200255" y="8032803"/>
            <a:ext cx="1436474" cy="4826824"/>
          </a:xfrm>
          <a:prstGeom prst="rect">
            <a:avLst/>
          </a:prstGeom>
          <a:solidFill>
            <a:srgbClr val="108AC4"/>
          </a:solidFill>
        </p:spPr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41E34FD-8B03-EF57-E855-11C6A2FF59B4}"/>
              </a:ext>
            </a:extLst>
          </p:cNvPr>
          <p:cNvSpPr/>
          <p:nvPr/>
        </p:nvSpPr>
        <p:spPr>
          <a:xfrm>
            <a:off x="5061796" y="6663767"/>
            <a:ext cx="1424927" cy="5103916"/>
          </a:xfrm>
          <a:prstGeom prst="rect">
            <a:avLst/>
          </a:prstGeom>
          <a:solidFill>
            <a:srgbClr val="108AC4">
              <a:alpha val="49804"/>
            </a:srgbClr>
          </a:solidFill>
        </p:spPr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F054434-191D-F15C-3D12-868A33AABFF1}"/>
              </a:ext>
            </a:extLst>
          </p:cNvPr>
          <p:cNvSpPr txBox="1"/>
          <p:nvPr/>
        </p:nvSpPr>
        <p:spPr>
          <a:xfrm>
            <a:off x="2203423" y="3295698"/>
            <a:ext cx="5726639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3 offline techniques:</a:t>
            </a:r>
            <a:endParaRPr lang="it-IT" dirty="0"/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Random rotation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Noise addition, excluding the central pixels</a:t>
            </a: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Linear summation between elements of the same class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80FFBA2-1CF6-7737-2444-B6760947A806}"/>
              </a:ext>
            </a:extLst>
          </p:cNvPr>
          <p:cNvSpPr txBox="1"/>
          <p:nvPr/>
        </p:nvSpPr>
        <p:spPr>
          <a:xfrm>
            <a:off x="10689332" y="5362335"/>
            <a:ext cx="681191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Increase variance in training samples:</a:t>
            </a: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Online data augmentation</a:t>
            </a: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Randomized noise variance</a:t>
            </a:r>
          </a:p>
          <a:p>
            <a:pPr marL="342900" indent="-342900">
              <a:buFont typeface="Arial,Sans-Serif"/>
              <a:buChar char="•"/>
            </a:pPr>
            <a:r>
              <a:rPr lang="en-US" sz="2500" dirty="0" err="1">
                <a:solidFill>
                  <a:srgbClr val="191919"/>
                </a:solidFill>
                <a:latin typeface="Gotham"/>
                <a:cs typeface="Gotham Bold"/>
              </a:rPr>
              <a:t>Mixup</a:t>
            </a: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 instead of linear summation</a:t>
            </a:r>
          </a:p>
        </p:txBody>
      </p:sp>
      <p:grpSp>
        <p:nvGrpSpPr>
          <p:cNvPr id="43" name="Group 9">
            <a:extLst>
              <a:ext uri="{FF2B5EF4-FFF2-40B4-BE49-F238E27FC236}">
                <a16:creationId xmlns:a16="http://schemas.microsoft.com/office/drawing/2014/main" id="{F4C5CF31-2DB0-2ECF-C711-A3A0668009AA}"/>
              </a:ext>
            </a:extLst>
          </p:cNvPr>
          <p:cNvGrpSpPr/>
          <p:nvPr/>
        </p:nvGrpSpPr>
        <p:grpSpPr>
          <a:xfrm>
            <a:off x="278093" y="4640660"/>
            <a:ext cx="1055890" cy="958822"/>
            <a:chOff x="0" y="-8971"/>
            <a:chExt cx="812800" cy="812800"/>
          </a:xfrm>
        </p:grpSpPr>
        <p:sp>
          <p:nvSpPr>
            <p:cNvPr id="36" name="Freeform 10">
              <a:extLst>
                <a:ext uri="{FF2B5EF4-FFF2-40B4-BE49-F238E27FC236}">
                  <a16:creationId xmlns:a16="http://schemas.microsoft.com/office/drawing/2014/main" id="{DF5FB045-A6CE-8699-F6F6-4CAD18AE5A4B}"/>
                </a:ext>
              </a:extLst>
            </p:cNvPr>
            <p:cNvSpPr/>
            <p:nvPr/>
          </p:nvSpPr>
          <p:spPr>
            <a:xfrm>
              <a:off x="0" y="-897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42" name="TextBox 11">
              <a:extLst>
                <a:ext uri="{FF2B5EF4-FFF2-40B4-BE49-F238E27FC236}">
                  <a16:creationId xmlns:a16="http://schemas.microsoft.com/office/drawing/2014/main" id="{B6F9316C-8B4F-8F4A-C527-45BB226BD49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4</a:t>
              </a:r>
            </a:p>
          </p:txBody>
        </p:sp>
      </p:grpSp>
      <p:grpSp>
        <p:nvGrpSpPr>
          <p:cNvPr id="47" name="Group 12">
            <a:extLst>
              <a:ext uri="{FF2B5EF4-FFF2-40B4-BE49-F238E27FC236}">
                <a16:creationId xmlns:a16="http://schemas.microsoft.com/office/drawing/2014/main" id="{E61F2F2F-3F12-AB6B-E492-5FA7F7DA462B}"/>
              </a:ext>
            </a:extLst>
          </p:cNvPr>
          <p:cNvGrpSpPr/>
          <p:nvPr/>
        </p:nvGrpSpPr>
        <p:grpSpPr>
          <a:xfrm>
            <a:off x="542370" y="3981022"/>
            <a:ext cx="540633" cy="525372"/>
            <a:chOff x="0" y="0"/>
            <a:chExt cx="812800" cy="869819"/>
          </a:xfrm>
        </p:grpSpPr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CC896765-5F34-DCEE-7677-06932E4C566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6" name="TextBox 14">
              <a:extLst>
                <a:ext uri="{FF2B5EF4-FFF2-40B4-BE49-F238E27FC236}">
                  <a16:creationId xmlns:a16="http://schemas.microsoft.com/office/drawing/2014/main" id="{568E27F0-8BF9-0078-2022-8B7945A452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</a:p>
          </p:txBody>
        </p:sp>
      </p:grpSp>
      <p:grpSp>
        <p:nvGrpSpPr>
          <p:cNvPr id="51" name="Group 15">
            <a:extLst>
              <a:ext uri="{FF2B5EF4-FFF2-40B4-BE49-F238E27FC236}">
                <a16:creationId xmlns:a16="http://schemas.microsoft.com/office/drawing/2014/main" id="{E9524A31-0CCF-35EB-C984-81B5A5A1497A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0" y="0"/>
            <a:chExt cx="812800" cy="869819"/>
          </a:xfrm>
        </p:grpSpPr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9342E79B-C347-4BCA-8959-A1485404447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0" name="TextBox 17">
              <a:extLst>
                <a:ext uri="{FF2B5EF4-FFF2-40B4-BE49-F238E27FC236}">
                  <a16:creationId xmlns:a16="http://schemas.microsoft.com/office/drawing/2014/main" id="{62836BDD-FA96-7308-955B-8D85AA84902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55" name="Group 18">
            <a:extLst>
              <a:ext uri="{FF2B5EF4-FFF2-40B4-BE49-F238E27FC236}">
                <a16:creationId xmlns:a16="http://schemas.microsoft.com/office/drawing/2014/main" id="{F0B32B3B-C0BD-94FD-E7D8-A0BC0A8547AF}"/>
              </a:ext>
            </a:extLst>
          </p:cNvPr>
          <p:cNvGrpSpPr/>
          <p:nvPr/>
        </p:nvGrpSpPr>
        <p:grpSpPr>
          <a:xfrm>
            <a:off x="542370" y="5750998"/>
            <a:ext cx="540633" cy="525372"/>
            <a:chOff x="0" y="0"/>
            <a:chExt cx="812800" cy="869819"/>
          </a:xfrm>
        </p:grpSpPr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49913043-B813-A150-CDD2-CF8877B6128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4" name="TextBox 20">
              <a:extLst>
                <a:ext uri="{FF2B5EF4-FFF2-40B4-BE49-F238E27FC236}">
                  <a16:creationId xmlns:a16="http://schemas.microsoft.com/office/drawing/2014/main" id="{00625991-D39E-9021-0139-53F3E85FE7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59" name="Group 21">
            <a:extLst>
              <a:ext uri="{FF2B5EF4-FFF2-40B4-BE49-F238E27FC236}">
                <a16:creationId xmlns:a16="http://schemas.microsoft.com/office/drawing/2014/main" id="{94F4AE73-AFB6-869A-6B98-F55421D954DC}"/>
              </a:ext>
            </a:extLst>
          </p:cNvPr>
          <p:cNvGrpSpPr/>
          <p:nvPr/>
        </p:nvGrpSpPr>
        <p:grpSpPr>
          <a:xfrm>
            <a:off x="542370" y="3330521"/>
            <a:ext cx="540633" cy="525372"/>
            <a:chOff x="0" y="0"/>
            <a:chExt cx="812800" cy="869819"/>
          </a:xfrm>
        </p:grpSpPr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1E3E7CD4-BC8F-44A4-E262-3F187890F0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8" name="TextBox 23">
              <a:extLst>
                <a:ext uri="{FF2B5EF4-FFF2-40B4-BE49-F238E27FC236}">
                  <a16:creationId xmlns:a16="http://schemas.microsoft.com/office/drawing/2014/main" id="{A4DEB40E-4290-DA6D-5CE0-55FE269EB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63" name="Group 24">
            <a:extLst>
              <a:ext uri="{FF2B5EF4-FFF2-40B4-BE49-F238E27FC236}">
                <a16:creationId xmlns:a16="http://schemas.microsoft.com/office/drawing/2014/main" id="{23A532B1-DC57-8686-2543-D0AE11CDBC02}"/>
              </a:ext>
            </a:extLst>
          </p:cNvPr>
          <p:cNvGrpSpPr/>
          <p:nvPr/>
        </p:nvGrpSpPr>
        <p:grpSpPr>
          <a:xfrm>
            <a:off x="542370" y="6410411"/>
            <a:ext cx="540633" cy="525372"/>
            <a:chOff x="0" y="0"/>
            <a:chExt cx="812800" cy="869819"/>
          </a:xfrm>
        </p:grpSpPr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BC0EBFAE-E67A-DAC2-DFB3-2C23A2B8E9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2" name="TextBox 26">
              <a:extLst>
                <a:ext uri="{FF2B5EF4-FFF2-40B4-BE49-F238E27FC236}">
                  <a16:creationId xmlns:a16="http://schemas.microsoft.com/office/drawing/2014/main" id="{45E192E8-98AB-19BB-13BD-FF6885229FD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67" name="Group 37">
            <a:extLst>
              <a:ext uri="{FF2B5EF4-FFF2-40B4-BE49-F238E27FC236}">
                <a16:creationId xmlns:a16="http://schemas.microsoft.com/office/drawing/2014/main" id="{D32E8D22-CE3E-7E2C-61C9-E640509975EF}"/>
              </a:ext>
            </a:extLst>
          </p:cNvPr>
          <p:cNvGrpSpPr/>
          <p:nvPr/>
        </p:nvGrpSpPr>
        <p:grpSpPr>
          <a:xfrm>
            <a:off x="542370" y="7068380"/>
            <a:ext cx="540633" cy="525372"/>
            <a:chOff x="0" y="0"/>
            <a:chExt cx="812800" cy="869819"/>
          </a:xfrm>
        </p:grpSpPr>
        <p:sp>
          <p:nvSpPr>
            <p:cNvPr id="65" name="Freeform 38">
              <a:extLst>
                <a:ext uri="{FF2B5EF4-FFF2-40B4-BE49-F238E27FC236}">
                  <a16:creationId xmlns:a16="http://schemas.microsoft.com/office/drawing/2014/main" id="{F92009CA-175C-E424-5475-1DB2415C0B9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6" name="TextBox 39">
              <a:extLst>
                <a:ext uri="{FF2B5EF4-FFF2-40B4-BE49-F238E27FC236}">
                  <a16:creationId xmlns:a16="http://schemas.microsoft.com/office/drawing/2014/main" id="{AA4458EE-EF0C-A0D4-B575-96940131C6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71" name="Group 8">
            <a:extLst>
              <a:ext uri="{FF2B5EF4-FFF2-40B4-BE49-F238E27FC236}">
                <a16:creationId xmlns:a16="http://schemas.microsoft.com/office/drawing/2014/main" id="{1686E145-215E-43B6-63E7-ABBBB337DF40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69" name="Freeform 9">
              <a:extLst>
                <a:ext uri="{FF2B5EF4-FFF2-40B4-BE49-F238E27FC236}">
                  <a16:creationId xmlns:a16="http://schemas.microsoft.com/office/drawing/2014/main" id="{84083C68-BAAE-17C4-8AA1-38C7AD5702F1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0" name="TextBox 10">
              <a:extLst>
                <a:ext uri="{FF2B5EF4-FFF2-40B4-BE49-F238E27FC236}">
                  <a16:creationId xmlns:a16="http://schemas.microsoft.com/office/drawing/2014/main" id="{6D2E096A-CAA1-90FD-50A3-33039BCE7B5E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2381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3018750" y="3463696"/>
            <a:ext cx="10877482" cy="1087748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108AC4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214537" y="1781472"/>
            <a:ext cx="6051966" cy="2148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500" b="1" spc="62">
                <a:solidFill>
                  <a:srgbClr val="191919"/>
                </a:solidFill>
                <a:latin typeface="Gotham Bold"/>
                <a:ea typeface="Calibri"/>
                <a:cs typeface="Gotham Bold"/>
              </a:rPr>
              <a:t>Multi-resolution CNN:</a:t>
            </a:r>
            <a:endParaRPr lang="en-US" sz="2500" spc="62">
              <a:solidFill>
                <a:srgbClr val="191919"/>
              </a:solidFill>
              <a:latin typeface="Gotham"/>
              <a:ea typeface="+mn-lt"/>
              <a:cs typeface="Gotham Bold"/>
            </a:endParaRP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4 branches with different receptive fields</a:t>
            </a: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Final 1x1 convolution to merge the outputs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4046660" y="4456079"/>
            <a:ext cx="8821661" cy="882166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108AC4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DBB2C87-8296-61C3-B76C-D7A4E1D9FE04}"/>
              </a:ext>
            </a:extLst>
          </p:cNvPr>
          <p:cNvSpPr txBox="1"/>
          <p:nvPr/>
        </p:nvSpPr>
        <p:spPr>
          <a:xfrm>
            <a:off x="5590514" y="479764"/>
            <a:ext cx="6552445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4500" b="1">
                <a:latin typeface="Gotham Bold"/>
                <a:ea typeface="Calibri"/>
                <a:cs typeface="Calibri"/>
              </a:rPr>
              <a:t>The Model</a:t>
            </a:r>
            <a:endParaRPr lang="it-IT" sz="4500" b="1">
              <a:latin typeface="Gotham Bold"/>
              <a:ea typeface="Calibri"/>
              <a:cs typeface="Gotham Bold"/>
            </a:endParaRPr>
          </a:p>
        </p:txBody>
      </p:sp>
      <p:sp>
        <p:nvSpPr>
          <p:cNvPr id="2" name="TextBox 32">
            <a:extLst>
              <a:ext uri="{FF2B5EF4-FFF2-40B4-BE49-F238E27FC236}">
                <a16:creationId xmlns:a16="http://schemas.microsoft.com/office/drawing/2014/main" id="{E46B8A60-7BA5-D397-61C3-25962FEDFE14}"/>
              </a:ext>
            </a:extLst>
          </p:cNvPr>
          <p:cNvSpPr txBox="1"/>
          <p:nvPr/>
        </p:nvSpPr>
        <p:spPr>
          <a:xfrm>
            <a:off x="2214537" y="4194471"/>
            <a:ext cx="6051966" cy="2584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500" b="1" spc="62">
                <a:solidFill>
                  <a:srgbClr val="191919"/>
                </a:solidFill>
                <a:latin typeface="Gotham Bold"/>
                <a:ea typeface="Calibri"/>
                <a:cs typeface="Gotham Bold"/>
              </a:rPr>
              <a:t>Transformer:</a:t>
            </a:r>
            <a:endParaRPr lang="en-US" sz="2500" spc="62">
              <a:solidFill>
                <a:srgbClr val="191919"/>
              </a:solidFill>
              <a:latin typeface="Gotham"/>
              <a:ea typeface="+mn-lt"/>
              <a:cs typeface="Gotham Bold"/>
            </a:endParaRP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Combines feed forward, </a:t>
            </a:r>
            <a:r>
              <a:rPr lang="en-US" sz="2500" spc="62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convolutional and multi-head self-attention</a:t>
            </a: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 layers</a:t>
            </a: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Use of relative positional encoding</a:t>
            </a:r>
            <a:endParaRPr lang="en-US" sz="2500" spc="62" dirty="0">
              <a:solidFill>
                <a:srgbClr val="191919"/>
              </a:solidFill>
              <a:latin typeface="Gotham"/>
              <a:ea typeface="Calibri"/>
              <a:cs typeface="Gotham Bold"/>
            </a:endParaRPr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60E82AF1-91D8-84B9-C0D4-412E518B6F09}"/>
              </a:ext>
            </a:extLst>
          </p:cNvPr>
          <p:cNvSpPr txBox="1"/>
          <p:nvPr/>
        </p:nvSpPr>
        <p:spPr>
          <a:xfrm>
            <a:off x="2214535" y="7080835"/>
            <a:ext cx="6051966" cy="2584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74"/>
              </a:lnSpc>
            </a:pPr>
            <a:r>
              <a:rPr lang="en-US" sz="2500" b="1" spc="62">
                <a:solidFill>
                  <a:srgbClr val="191919"/>
                </a:solidFill>
                <a:latin typeface="Gotham Bold"/>
                <a:ea typeface="Calibri"/>
                <a:cs typeface="Gotham Bold"/>
              </a:rPr>
              <a:t>Channel-Spatial Attention:</a:t>
            </a:r>
            <a:endParaRPr lang="en-US" sz="2500" spc="62">
              <a:solidFill>
                <a:srgbClr val="191919"/>
              </a:solidFill>
              <a:latin typeface="Gotham"/>
              <a:ea typeface="+mn-lt"/>
              <a:cs typeface="Gotham Bold"/>
            </a:endParaRP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Weighted sum of the input features channel-wise and pixel-wise</a:t>
            </a:r>
          </a:p>
          <a:p>
            <a:pPr marL="342900" indent="-342900">
              <a:lnSpc>
                <a:spcPts val="3374"/>
              </a:lnSpc>
              <a:buFont typeface="Arial"/>
              <a:buChar char="•"/>
            </a:pPr>
            <a:r>
              <a:rPr lang="en-US" sz="2500" spc="62" dirty="0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Positional features: min, max, </a:t>
            </a:r>
            <a:r>
              <a:rPr lang="en-US" sz="2500" spc="62">
                <a:solidFill>
                  <a:srgbClr val="191919"/>
                </a:solidFill>
                <a:latin typeface="Gotham"/>
                <a:ea typeface="Calibri"/>
                <a:cs typeface="Gotham Bold"/>
              </a:rPr>
              <a:t>average and standard deviation</a:t>
            </a:r>
            <a:endParaRPr lang="en-US" sz="2500" spc="62" dirty="0">
              <a:solidFill>
                <a:srgbClr val="191919"/>
              </a:solidFill>
              <a:latin typeface="Gotham"/>
              <a:ea typeface="Calibri"/>
              <a:cs typeface="Gotham Bold"/>
            </a:endParaRPr>
          </a:p>
        </p:txBody>
      </p:sp>
      <p:pic>
        <p:nvPicPr>
          <p:cNvPr id="17" name="Immagine 16" descr="Immagine che contiene testo, diagramma, Carattere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D08B719C-15A0-C8D2-08CA-9E058B7DD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598" y="1705577"/>
            <a:ext cx="9086272" cy="2587865"/>
          </a:xfrm>
          <a:prstGeom prst="rect">
            <a:avLst/>
          </a:prstGeom>
        </p:spPr>
      </p:pic>
      <p:pic>
        <p:nvPicPr>
          <p:cNvPr id="21" name="Immagine 20" descr="Immagine che contiene testo, diagramma, linea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337C66A8-DD5F-462D-E463-AB18C6E631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79" t="-609" r="253" b="493"/>
          <a:stretch>
            <a:fillRect/>
          </a:stretch>
        </p:blipFill>
        <p:spPr>
          <a:xfrm>
            <a:off x="8872679" y="4675888"/>
            <a:ext cx="9147476" cy="2294337"/>
          </a:xfrm>
          <a:prstGeom prst="rect">
            <a:avLst/>
          </a:prstGeom>
        </p:spPr>
      </p:pic>
      <p:pic>
        <p:nvPicPr>
          <p:cNvPr id="25" name="Immagine 24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B86A49FB-0EEB-D255-DF94-9BFF251043D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530" t="-1415" r="530" b="1887"/>
          <a:stretch>
            <a:fillRect/>
          </a:stretch>
        </p:blipFill>
        <p:spPr>
          <a:xfrm>
            <a:off x="10139217" y="7384482"/>
            <a:ext cx="6538197" cy="2434927"/>
          </a:xfrm>
          <a:prstGeom prst="rect">
            <a:avLst/>
          </a:prstGeom>
        </p:spPr>
      </p:pic>
      <p:grpSp>
        <p:nvGrpSpPr>
          <p:cNvPr id="44" name="Group 9">
            <a:extLst>
              <a:ext uri="{FF2B5EF4-FFF2-40B4-BE49-F238E27FC236}">
                <a16:creationId xmlns:a16="http://schemas.microsoft.com/office/drawing/2014/main" id="{04DE39EE-DB37-D6BA-2EC4-53097BBDD8F8}"/>
              </a:ext>
            </a:extLst>
          </p:cNvPr>
          <p:cNvGrpSpPr/>
          <p:nvPr/>
        </p:nvGrpSpPr>
        <p:grpSpPr>
          <a:xfrm>
            <a:off x="278093" y="5317994"/>
            <a:ext cx="1055890" cy="958822"/>
            <a:chOff x="0" y="-8971"/>
            <a:chExt cx="812800" cy="812800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CFA8EEDC-E9C4-F2B8-3A7A-37B9E7968728}"/>
                </a:ext>
              </a:extLst>
            </p:cNvPr>
            <p:cNvSpPr/>
            <p:nvPr/>
          </p:nvSpPr>
          <p:spPr>
            <a:xfrm>
              <a:off x="0" y="-897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6E55343C-6E1B-776B-E8F6-B4BD8B3DE9F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5</a:t>
              </a:r>
            </a:p>
          </p:txBody>
        </p:sp>
      </p:grpSp>
      <p:grpSp>
        <p:nvGrpSpPr>
          <p:cNvPr id="49" name="Group 12">
            <a:extLst>
              <a:ext uri="{FF2B5EF4-FFF2-40B4-BE49-F238E27FC236}">
                <a16:creationId xmlns:a16="http://schemas.microsoft.com/office/drawing/2014/main" id="{50076687-CE4A-A636-C1FE-2C3DF45E006D}"/>
              </a:ext>
            </a:extLst>
          </p:cNvPr>
          <p:cNvGrpSpPr/>
          <p:nvPr/>
        </p:nvGrpSpPr>
        <p:grpSpPr>
          <a:xfrm>
            <a:off x="542370" y="3981022"/>
            <a:ext cx="540633" cy="525372"/>
            <a:chOff x="0" y="0"/>
            <a:chExt cx="812800" cy="869819"/>
          </a:xfrm>
        </p:grpSpPr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D0BBC31C-C1DA-C7F6-C3B6-F00E5738ABE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8" name="TextBox 14">
              <a:extLst>
                <a:ext uri="{FF2B5EF4-FFF2-40B4-BE49-F238E27FC236}">
                  <a16:creationId xmlns:a16="http://schemas.microsoft.com/office/drawing/2014/main" id="{4E9EA4D2-59E7-C371-6550-821D82F19BC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</a:p>
          </p:txBody>
        </p:sp>
      </p:grpSp>
      <p:grpSp>
        <p:nvGrpSpPr>
          <p:cNvPr id="53" name="Group 15">
            <a:extLst>
              <a:ext uri="{FF2B5EF4-FFF2-40B4-BE49-F238E27FC236}">
                <a16:creationId xmlns:a16="http://schemas.microsoft.com/office/drawing/2014/main" id="{C922DD2C-EE6A-1B63-0225-181CDE52727D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0" y="0"/>
            <a:chExt cx="812800" cy="869819"/>
          </a:xfrm>
        </p:grpSpPr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B96FDD57-447B-7CD6-2168-7B89B6F63E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2" name="TextBox 17">
              <a:extLst>
                <a:ext uri="{FF2B5EF4-FFF2-40B4-BE49-F238E27FC236}">
                  <a16:creationId xmlns:a16="http://schemas.microsoft.com/office/drawing/2014/main" id="{EF3A0535-AD81-2F01-C058-CA2FF8CD36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57" name="Group 18">
            <a:extLst>
              <a:ext uri="{FF2B5EF4-FFF2-40B4-BE49-F238E27FC236}">
                <a16:creationId xmlns:a16="http://schemas.microsoft.com/office/drawing/2014/main" id="{FF4FB846-9778-A9A0-4D02-8F88841DD5EB}"/>
              </a:ext>
            </a:extLst>
          </p:cNvPr>
          <p:cNvGrpSpPr/>
          <p:nvPr/>
        </p:nvGrpSpPr>
        <p:grpSpPr>
          <a:xfrm>
            <a:off x="542370" y="4650331"/>
            <a:ext cx="540633" cy="525372"/>
            <a:chOff x="0" y="0"/>
            <a:chExt cx="812800" cy="869819"/>
          </a:xfrm>
        </p:grpSpPr>
        <p:sp>
          <p:nvSpPr>
            <p:cNvPr id="55" name="Freeform 19">
              <a:extLst>
                <a:ext uri="{FF2B5EF4-FFF2-40B4-BE49-F238E27FC236}">
                  <a16:creationId xmlns:a16="http://schemas.microsoft.com/office/drawing/2014/main" id="{1214E387-A6EC-ECD7-2B6E-58F6AC1F16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56" name="TextBox 20">
              <a:extLst>
                <a:ext uri="{FF2B5EF4-FFF2-40B4-BE49-F238E27FC236}">
                  <a16:creationId xmlns:a16="http://schemas.microsoft.com/office/drawing/2014/main" id="{FB50AC6F-E680-E9EC-C910-42B4CACE7D9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61" name="Group 21">
            <a:extLst>
              <a:ext uri="{FF2B5EF4-FFF2-40B4-BE49-F238E27FC236}">
                <a16:creationId xmlns:a16="http://schemas.microsoft.com/office/drawing/2014/main" id="{4C854D10-F5E4-3B67-E421-12371BA23CCE}"/>
              </a:ext>
            </a:extLst>
          </p:cNvPr>
          <p:cNvGrpSpPr/>
          <p:nvPr/>
        </p:nvGrpSpPr>
        <p:grpSpPr>
          <a:xfrm>
            <a:off x="542370" y="3330521"/>
            <a:ext cx="540633" cy="525372"/>
            <a:chOff x="0" y="0"/>
            <a:chExt cx="812800" cy="869819"/>
          </a:xfrm>
        </p:grpSpPr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231AA079-9D9F-09DF-16C8-2F887841F6D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61787C2E-51CE-F936-2EB7-77C5795EAC9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65" name="Group 24">
            <a:extLst>
              <a:ext uri="{FF2B5EF4-FFF2-40B4-BE49-F238E27FC236}">
                <a16:creationId xmlns:a16="http://schemas.microsoft.com/office/drawing/2014/main" id="{15397291-21C3-FE45-3D30-B1C458429917}"/>
              </a:ext>
            </a:extLst>
          </p:cNvPr>
          <p:cNvGrpSpPr/>
          <p:nvPr/>
        </p:nvGrpSpPr>
        <p:grpSpPr>
          <a:xfrm>
            <a:off x="542370" y="6410411"/>
            <a:ext cx="540633" cy="525372"/>
            <a:chOff x="0" y="0"/>
            <a:chExt cx="812800" cy="869819"/>
          </a:xfrm>
        </p:grpSpPr>
        <p:sp>
          <p:nvSpPr>
            <p:cNvPr id="63" name="Freeform 25">
              <a:extLst>
                <a:ext uri="{FF2B5EF4-FFF2-40B4-BE49-F238E27FC236}">
                  <a16:creationId xmlns:a16="http://schemas.microsoft.com/office/drawing/2014/main" id="{B1D84BAA-A9BA-5C5D-62C1-F101A02CB89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4" name="TextBox 26">
              <a:extLst>
                <a:ext uri="{FF2B5EF4-FFF2-40B4-BE49-F238E27FC236}">
                  <a16:creationId xmlns:a16="http://schemas.microsoft.com/office/drawing/2014/main" id="{CEB7A8D0-CFCD-10B4-F20A-031632131C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69" name="Group 37">
            <a:extLst>
              <a:ext uri="{FF2B5EF4-FFF2-40B4-BE49-F238E27FC236}">
                <a16:creationId xmlns:a16="http://schemas.microsoft.com/office/drawing/2014/main" id="{3FF8CBA1-6AC5-09DB-A521-60C9F5EEF703}"/>
              </a:ext>
            </a:extLst>
          </p:cNvPr>
          <p:cNvGrpSpPr/>
          <p:nvPr/>
        </p:nvGrpSpPr>
        <p:grpSpPr>
          <a:xfrm>
            <a:off x="542370" y="7068380"/>
            <a:ext cx="540633" cy="525372"/>
            <a:chOff x="0" y="0"/>
            <a:chExt cx="812800" cy="869819"/>
          </a:xfrm>
        </p:grpSpPr>
        <p:sp>
          <p:nvSpPr>
            <p:cNvPr id="67" name="Freeform 38">
              <a:extLst>
                <a:ext uri="{FF2B5EF4-FFF2-40B4-BE49-F238E27FC236}">
                  <a16:creationId xmlns:a16="http://schemas.microsoft.com/office/drawing/2014/main" id="{5B510535-32B0-E162-3421-3BCD374A73E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68" name="TextBox 39">
              <a:extLst>
                <a:ext uri="{FF2B5EF4-FFF2-40B4-BE49-F238E27FC236}">
                  <a16:creationId xmlns:a16="http://schemas.microsoft.com/office/drawing/2014/main" id="{F5631549-FDEE-8F5E-CEAF-0CC229991DA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73" name="Group 8">
            <a:extLst>
              <a:ext uri="{FF2B5EF4-FFF2-40B4-BE49-F238E27FC236}">
                <a16:creationId xmlns:a16="http://schemas.microsoft.com/office/drawing/2014/main" id="{E4F11BEA-4B51-B96B-E6AC-9EC361BE9A62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34E61258-4CB8-740F-ADDE-482341218C21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TextBox 10">
              <a:extLst>
                <a:ext uri="{FF2B5EF4-FFF2-40B4-BE49-F238E27FC236}">
                  <a16:creationId xmlns:a16="http://schemas.microsoft.com/office/drawing/2014/main" id="{7B317B50-4A12-7AE4-A05F-534859CD682D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>
            <a:extLst>
              <a:ext uri="{FF2B5EF4-FFF2-40B4-BE49-F238E27FC236}">
                <a16:creationId xmlns:a16="http://schemas.microsoft.com/office/drawing/2014/main" id="{595972DC-D944-829D-0514-5C04E3DDC199}"/>
              </a:ext>
            </a:extLst>
          </p:cNvPr>
          <p:cNvSpPr/>
          <p:nvPr/>
        </p:nvSpPr>
        <p:spPr>
          <a:xfrm>
            <a:off x="8043074" y="-809578"/>
            <a:ext cx="11639457" cy="11639457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514350" cap="sq">
            <a:solidFill>
              <a:srgbClr val="108AC4">
                <a:alpha val="11765"/>
              </a:srgbClr>
            </a:solidFill>
            <a:prstDash val="solid"/>
            <a:miter/>
          </a:ln>
        </p:spPr>
      </p:sp>
      <p:grpSp>
        <p:nvGrpSpPr>
          <p:cNvPr id="2" name="Group 2"/>
          <p:cNvGrpSpPr/>
          <p:nvPr/>
        </p:nvGrpSpPr>
        <p:grpSpPr>
          <a:xfrm>
            <a:off x="13314064" y="-808898"/>
            <a:ext cx="11639457" cy="116394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98584" y="9670328"/>
            <a:ext cx="4573634" cy="457363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216FAD2A-3E44-20C9-ADBC-AC9AF19A3635}"/>
              </a:ext>
            </a:extLst>
          </p:cNvPr>
          <p:cNvSpPr txBox="1"/>
          <p:nvPr/>
        </p:nvSpPr>
        <p:spPr>
          <a:xfrm>
            <a:off x="4787572" y="707742"/>
            <a:ext cx="870882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500" b="1">
                <a:solidFill>
                  <a:srgbClr val="191919"/>
                </a:solidFill>
                <a:latin typeface="Gotham Bold"/>
                <a:cs typeface="Gotham Bold"/>
                <a:sym typeface="Gotham Bold"/>
              </a:rPr>
              <a:t>Results</a:t>
            </a:r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50A8F4E-61B1-9AED-D33E-8BF7C730FFFB}"/>
              </a:ext>
            </a:extLst>
          </p:cNvPr>
          <p:cNvSpPr txBox="1"/>
          <p:nvPr/>
        </p:nvSpPr>
        <p:spPr>
          <a:xfrm>
            <a:off x="2544196" y="1639691"/>
            <a:ext cx="5001231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>
                <a:solidFill>
                  <a:srgbClr val="191919"/>
                </a:solidFill>
                <a:latin typeface="Gotham Bold"/>
                <a:cs typeface="Gotham Bold"/>
              </a:rPr>
              <a:t>Pavia University</a:t>
            </a:r>
            <a:endParaRPr lang="en-US" sz="2500">
              <a:solidFill>
                <a:srgbClr val="191919"/>
              </a:solidFill>
              <a:latin typeface="Gotham"/>
              <a:cs typeface="Gotham"/>
            </a:endParaRPr>
          </a:p>
        </p:txBody>
      </p:sp>
      <p:graphicFrame>
        <p:nvGraphicFramePr>
          <p:cNvPr id="17" name="Tabella 16">
            <a:extLst>
              <a:ext uri="{FF2B5EF4-FFF2-40B4-BE49-F238E27FC236}">
                <a16:creationId xmlns:a16="http://schemas.microsoft.com/office/drawing/2014/main" id="{18566216-7931-E6DA-3181-EFF07D715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367686"/>
              </p:ext>
            </p:extLst>
          </p:nvPr>
        </p:nvGraphicFramePr>
        <p:xfrm>
          <a:off x="8451272" y="7065818"/>
          <a:ext cx="9227036" cy="2150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759">
                  <a:extLst>
                    <a:ext uri="{9D8B030D-6E8A-4147-A177-3AD203B41FA5}">
                      <a16:colId xmlns:a16="http://schemas.microsoft.com/office/drawing/2014/main" val="2325500274"/>
                    </a:ext>
                  </a:extLst>
                </a:gridCol>
                <a:gridCol w="2306759">
                  <a:extLst>
                    <a:ext uri="{9D8B030D-6E8A-4147-A177-3AD203B41FA5}">
                      <a16:colId xmlns:a16="http://schemas.microsoft.com/office/drawing/2014/main" val="2882007200"/>
                    </a:ext>
                  </a:extLst>
                </a:gridCol>
                <a:gridCol w="2306759">
                  <a:extLst>
                    <a:ext uri="{9D8B030D-6E8A-4147-A177-3AD203B41FA5}">
                      <a16:colId xmlns:a16="http://schemas.microsoft.com/office/drawing/2014/main" val="1054689256"/>
                    </a:ext>
                  </a:extLst>
                </a:gridCol>
                <a:gridCol w="2306759">
                  <a:extLst>
                    <a:ext uri="{9D8B030D-6E8A-4147-A177-3AD203B41FA5}">
                      <a16:colId xmlns:a16="http://schemas.microsoft.com/office/drawing/2014/main" val="974565261"/>
                    </a:ext>
                  </a:extLst>
                </a:gridCol>
              </a:tblGrid>
              <a:tr h="78324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metric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Static Amplification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Online Data Augmentation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Δ%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025665"/>
                  </a:ext>
                </a:extLst>
              </a:tr>
              <a:tr h="4557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Overall Accuracy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76.43 ± 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77.84 ± 2.30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+1.85%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53721"/>
                  </a:ext>
                </a:extLst>
              </a:tr>
              <a:tr h="455707">
                <a:tc>
                  <a:txBody>
                    <a:bodyPr/>
                    <a:lstStyle/>
                    <a:p>
                      <a:r>
                        <a:rPr lang="it-IT"/>
                        <a:t>Average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86.83 ± 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87.45 ± 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+0.71%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989343"/>
                  </a:ext>
                </a:extLst>
              </a:tr>
              <a:tr h="455707">
                <a:tc>
                  <a:txBody>
                    <a:bodyPr/>
                    <a:lstStyle/>
                    <a:p>
                      <a:r>
                        <a:rPr lang="it-IT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73.51 ± 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75.08 ± 2.51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+2.14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652717"/>
                  </a:ext>
                </a:extLst>
              </a:tr>
            </a:tbl>
          </a:graphicData>
        </a:graphic>
      </p:graphicFrame>
      <p:graphicFrame>
        <p:nvGraphicFramePr>
          <p:cNvPr id="21" name="Tabella 20">
            <a:extLst>
              <a:ext uri="{FF2B5EF4-FFF2-40B4-BE49-F238E27FC236}">
                <a16:creationId xmlns:a16="http://schemas.microsoft.com/office/drawing/2014/main" id="{C99F7CF3-C32A-5052-7901-073BDBD1F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789865"/>
              </p:ext>
            </p:extLst>
          </p:nvPr>
        </p:nvGraphicFramePr>
        <p:xfrm>
          <a:off x="8451272" y="2909454"/>
          <a:ext cx="9212696" cy="2150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174">
                  <a:extLst>
                    <a:ext uri="{9D8B030D-6E8A-4147-A177-3AD203B41FA5}">
                      <a16:colId xmlns:a16="http://schemas.microsoft.com/office/drawing/2014/main" val="2325500274"/>
                    </a:ext>
                  </a:extLst>
                </a:gridCol>
                <a:gridCol w="2303174">
                  <a:extLst>
                    <a:ext uri="{9D8B030D-6E8A-4147-A177-3AD203B41FA5}">
                      <a16:colId xmlns:a16="http://schemas.microsoft.com/office/drawing/2014/main" val="2882007200"/>
                    </a:ext>
                  </a:extLst>
                </a:gridCol>
                <a:gridCol w="2303174">
                  <a:extLst>
                    <a:ext uri="{9D8B030D-6E8A-4147-A177-3AD203B41FA5}">
                      <a16:colId xmlns:a16="http://schemas.microsoft.com/office/drawing/2014/main" val="1054689256"/>
                    </a:ext>
                  </a:extLst>
                </a:gridCol>
                <a:gridCol w="2303174">
                  <a:extLst>
                    <a:ext uri="{9D8B030D-6E8A-4147-A177-3AD203B41FA5}">
                      <a16:colId xmlns:a16="http://schemas.microsoft.com/office/drawing/2014/main" val="974565261"/>
                    </a:ext>
                  </a:extLst>
                </a:gridCol>
              </a:tblGrid>
              <a:tr h="7712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metric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Static Amplification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Online Data Augmentation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Δ%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025665"/>
                  </a:ext>
                </a:extLst>
              </a:tr>
              <a:tr h="4598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/>
                        <a:t>Overall Accuracy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86.98 ± 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86.57 ± 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53721"/>
                  </a:ext>
                </a:extLst>
              </a:tr>
              <a:tr h="459804">
                <a:tc>
                  <a:txBody>
                    <a:bodyPr/>
                    <a:lstStyle/>
                    <a:p>
                      <a:r>
                        <a:rPr lang="it-IT"/>
                        <a:t>Average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90.72 ± 2.55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90.81 ± 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+0.10%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989343"/>
                  </a:ext>
                </a:extLst>
              </a:tr>
              <a:tr h="459804">
                <a:tc>
                  <a:txBody>
                    <a:bodyPr/>
                    <a:lstStyle/>
                    <a:p>
                      <a:r>
                        <a:rPr lang="it-IT"/>
                        <a:t>Kappa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83.33 ± 5.94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82.81 ± 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-0.63%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652717"/>
                  </a:ext>
                </a:extLst>
              </a:tr>
            </a:tbl>
          </a:graphicData>
        </a:graphic>
      </p:graphicFrame>
      <p:pic>
        <p:nvPicPr>
          <p:cNvPr id="25" name="Immagine 24" descr="Immagine che contiene testo, schermat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5E0C650-1EF4-8617-BEFF-1B326E6E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158" b="772"/>
          <a:stretch>
            <a:fillRect/>
          </a:stretch>
        </p:blipFill>
        <p:spPr>
          <a:xfrm>
            <a:off x="1974272" y="2118007"/>
            <a:ext cx="5784273" cy="3245447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97AB0CF-533B-5933-2DE5-D8F75117898E}"/>
              </a:ext>
            </a:extLst>
          </p:cNvPr>
          <p:cNvSpPr txBox="1"/>
          <p:nvPr/>
        </p:nvSpPr>
        <p:spPr>
          <a:xfrm>
            <a:off x="2544196" y="5634418"/>
            <a:ext cx="5001231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500" b="1">
                <a:solidFill>
                  <a:srgbClr val="191919"/>
                </a:solidFill>
                <a:latin typeface="Gotham Bold"/>
                <a:cs typeface="Gotham Bold"/>
              </a:rPr>
              <a:t>Indian Pines</a:t>
            </a:r>
            <a:endParaRPr lang="en-US" sz="2500">
              <a:solidFill>
                <a:srgbClr val="191919"/>
              </a:solidFill>
              <a:latin typeface="Gotham"/>
              <a:cs typeface="Gotham"/>
            </a:endParaRPr>
          </a:p>
        </p:txBody>
      </p:sp>
      <p:pic>
        <p:nvPicPr>
          <p:cNvPr id="36" name="Immagine 35" descr="Immagine che contiene testo, diagramma, schermat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0D67239F-F2D3-C3F4-8510-BEADC139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86" b="791"/>
          <a:stretch>
            <a:fillRect/>
          </a:stretch>
        </p:blipFill>
        <p:spPr>
          <a:xfrm>
            <a:off x="1974273" y="6274371"/>
            <a:ext cx="5576455" cy="3245448"/>
          </a:xfrm>
          <a:prstGeom prst="rect">
            <a:avLst/>
          </a:prstGeom>
        </p:spPr>
      </p:pic>
      <p:grpSp>
        <p:nvGrpSpPr>
          <p:cNvPr id="39" name="Group 9">
            <a:extLst>
              <a:ext uri="{FF2B5EF4-FFF2-40B4-BE49-F238E27FC236}">
                <a16:creationId xmlns:a16="http://schemas.microsoft.com/office/drawing/2014/main" id="{EB50FCEF-DA7C-0C82-DD63-2A6485A5192C}"/>
              </a:ext>
            </a:extLst>
          </p:cNvPr>
          <p:cNvGrpSpPr/>
          <p:nvPr/>
        </p:nvGrpSpPr>
        <p:grpSpPr>
          <a:xfrm>
            <a:off x="278093" y="5974161"/>
            <a:ext cx="1055890" cy="958822"/>
            <a:chOff x="278093" y="5974161"/>
            <a:chExt cx="812800" cy="812800"/>
          </a:xfrm>
        </p:grpSpPr>
        <p:sp>
          <p:nvSpPr>
            <p:cNvPr id="65" name="Freeform 10">
              <a:extLst>
                <a:ext uri="{FF2B5EF4-FFF2-40B4-BE49-F238E27FC236}">
                  <a16:creationId xmlns:a16="http://schemas.microsoft.com/office/drawing/2014/main" id="{73751E09-FED2-A597-8DC2-B2EB4D3EA410}"/>
                </a:ext>
              </a:extLst>
            </p:cNvPr>
            <p:cNvSpPr/>
            <p:nvPr/>
          </p:nvSpPr>
          <p:spPr>
            <a:xfrm>
              <a:off x="278093" y="597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66" name="TextBox 11">
              <a:extLst>
                <a:ext uri="{FF2B5EF4-FFF2-40B4-BE49-F238E27FC236}">
                  <a16:creationId xmlns:a16="http://schemas.microsoft.com/office/drawing/2014/main" id="{7E531D22-BE07-A87B-A433-71338CBDF77B}"/>
                </a:ext>
              </a:extLst>
            </p:cNvPr>
            <p:cNvSpPr txBox="1"/>
            <p:nvPr/>
          </p:nvSpPr>
          <p:spPr>
            <a:xfrm>
              <a:off x="354293" y="6002182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6</a:t>
              </a:r>
            </a:p>
          </p:txBody>
        </p:sp>
      </p:grpSp>
      <p:grpSp>
        <p:nvGrpSpPr>
          <p:cNvPr id="44" name="Group 12">
            <a:extLst>
              <a:ext uri="{FF2B5EF4-FFF2-40B4-BE49-F238E27FC236}">
                <a16:creationId xmlns:a16="http://schemas.microsoft.com/office/drawing/2014/main" id="{FA351734-3027-23CA-9F5A-52E7E6C1EFC1}"/>
              </a:ext>
            </a:extLst>
          </p:cNvPr>
          <p:cNvGrpSpPr/>
          <p:nvPr/>
        </p:nvGrpSpPr>
        <p:grpSpPr>
          <a:xfrm>
            <a:off x="542370" y="3981022"/>
            <a:ext cx="540633" cy="525372"/>
            <a:chOff x="542370" y="3981022"/>
            <a:chExt cx="812800" cy="869819"/>
          </a:xfrm>
        </p:grpSpPr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2096312B-9E02-CA35-5C5D-0FFA3DFDCC1D}"/>
                </a:ext>
              </a:extLst>
            </p:cNvPr>
            <p:cNvSpPr/>
            <p:nvPr/>
          </p:nvSpPr>
          <p:spPr>
            <a:xfrm>
              <a:off x="542370" y="3981022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64" name="TextBox 14">
              <a:extLst>
                <a:ext uri="{FF2B5EF4-FFF2-40B4-BE49-F238E27FC236}">
                  <a16:creationId xmlns:a16="http://schemas.microsoft.com/office/drawing/2014/main" id="{EA9CE686-AD6E-21C3-A463-223643AC96DA}"/>
                </a:ext>
              </a:extLst>
            </p:cNvPr>
            <p:cNvSpPr txBox="1"/>
            <p:nvPr/>
          </p:nvSpPr>
          <p:spPr>
            <a:xfrm>
              <a:off x="618570" y="4033992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10118D64-377A-AD7C-AB39-CCF50B8424DD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542370" y="2684077"/>
            <a:chExt cx="812800" cy="869819"/>
          </a:xfrm>
        </p:grpSpPr>
        <p:sp>
          <p:nvSpPr>
            <p:cNvPr id="61" name="Freeform 16">
              <a:extLst>
                <a:ext uri="{FF2B5EF4-FFF2-40B4-BE49-F238E27FC236}">
                  <a16:creationId xmlns:a16="http://schemas.microsoft.com/office/drawing/2014/main" id="{0970E2E7-9D96-D6B6-461F-D0B65ED2A1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370" y="2684077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62" name="TextBox 17">
              <a:extLst>
                <a:ext uri="{FF2B5EF4-FFF2-40B4-BE49-F238E27FC236}">
                  <a16:creationId xmlns:a16="http://schemas.microsoft.com/office/drawing/2014/main" id="{F89FAC39-FA0D-2D65-6D24-944C7F8A7CCB}"/>
                </a:ext>
              </a:extLst>
            </p:cNvPr>
            <p:cNvSpPr txBox="1"/>
            <p:nvPr/>
          </p:nvSpPr>
          <p:spPr>
            <a:xfrm>
              <a:off x="618570" y="2737047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46" name="Group 18">
            <a:extLst>
              <a:ext uri="{FF2B5EF4-FFF2-40B4-BE49-F238E27FC236}">
                <a16:creationId xmlns:a16="http://schemas.microsoft.com/office/drawing/2014/main" id="{9678A383-8ACA-2AB7-6C84-B2C9601FC524}"/>
              </a:ext>
            </a:extLst>
          </p:cNvPr>
          <p:cNvGrpSpPr/>
          <p:nvPr/>
        </p:nvGrpSpPr>
        <p:grpSpPr>
          <a:xfrm>
            <a:off x="542370" y="4650331"/>
            <a:ext cx="540633" cy="525372"/>
            <a:chOff x="542370" y="4650331"/>
            <a:chExt cx="812800" cy="869819"/>
          </a:xfrm>
        </p:grpSpPr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806883BB-247D-C3DF-CCB1-009D00E207A8}"/>
                </a:ext>
              </a:extLst>
            </p:cNvPr>
            <p:cNvSpPr/>
            <p:nvPr/>
          </p:nvSpPr>
          <p:spPr>
            <a:xfrm>
              <a:off x="542370" y="4650331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60" name="TextBox 20">
              <a:extLst>
                <a:ext uri="{FF2B5EF4-FFF2-40B4-BE49-F238E27FC236}">
                  <a16:creationId xmlns:a16="http://schemas.microsoft.com/office/drawing/2014/main" id="{81378FFF-7596-9DBF-6342-34710BDAE9EF}"/>
                </a:ext>
              </a:extLst>
            </p:cNvPr>
            <p:cNvSpPr txBox="1"/>
            <p:nvPr/>
          </p:nvSpPr>
          <p:spPr>
            <a:xfrm>
              <a:off x="618570" y="4703301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47" name="Group 21">
            <a:extLst>
              <a:ext uri="{FF2B5EF4-FFF2-40B4-BE49-F238E27FC236}">
                <a16:creationId xmlns:a16="http://schemas.microsoft.com/office/drawing/2014/main" id="{BD4F950D-B0AE-E2FB-7050-B614A319E4CB}"/>
              </a:ext>
            </a:extLst>
          </p:cNvPr>
          <p:cNvGrpSpPr/>
          <p:nvPr/>
        </p:nvGrpSpPr>
        <p:grpSpPr>
          <a:xfrm>
            <a:off x="542370" y="3330521"/>
            <a:ext cx="540633" cy="525372"/>
            <a:chOff x="542370" y="3330521"/>
            <a:chExt cx="812800" cy="869819"/>
          </a:xfrm>
        </p:grpSpPr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60B9553C-FD1C-56F8-5AFA-6231AB6572AB}"/>
                </a:ext>
              </a:extLst>
            </p:cNvPr>
            <p:cNvSpPr/>
            <p:nvPr/>
          </p:nvSpPr>
          <p:spPr>
            <a:xfrm>
              <a:off x="542370" y="3330521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58" name="TextBox 23">
              <a:extLst>
                <a:ext uri="{FF2B5EF4-FFF2-40B4-BE49-F238E27FC236}">
                  <a16:creationId xmlns:a16="http://schemas.microsoft.com/office/drawing/2014/main" id="{265815B3-D805-6B72-C2BF-48AFB4D5D01B}"/>
                </a:ext>
              </a:extLst>
            </p:cNvPr>
            <p:cNvSpPr txBox="1"/>
            <p:nvPr/>
          </p:nvSpPr>
          <p:spPr>
            <a:xfrm>
              <a:off x="618570" y="3383491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48" name="Group 24">
            <a:extLst>
              <a:ext uri="{FF2B5EF4-FFF2-40B4-BE49-F238E27FC236}">
                <a16:creationId xmlns:a16="http://schemas.microsoft.com/office/drawing/2014/main" id="{DEB51BBF-5BEE-F91E-2CA4-7A559DB0AA93}"/>
              </a:ext>
            </a:extLst>
          </p:cNvPr>
          <p:cNvGrpSpPr/>
          <p:nvPr/>
        </p:nvGrpSpPr>
        <p:grpSpPr>
          <a:xfrm>
            <a:off x="542370" y="5320328"/>
            <a:ext cx="540633" cy="525372"/>
            <a:chOff x="542370" y="5320328"/>
            <a:chExt cx="812800" cy="869819"/>
          </a:xfrm>
        </p:grpSpPr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42295762-C049-3F6B-E9BF-F26A6B330276}"/>
                </a:ext>
              </a:extLst>
            </p:cNvPr>
            <p:cNvSpPr/>
            <p:nvPr/>
          </p:nvSpPr>
          <p:spPr>
            <a:xfrm>
              <a:off x="542370" y="5320328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56" name="TextBox 26">
              <a:extLst>
                <a:ext uri="{FF2B5EF4-FFF2-40B4-BE49-F238E27FC236}">
                  <a16:creationId xmlns:a16="http://schemas.microsoft.com/office/drawing/2014/main" id="{235DC7FA-B5CA-AFF3-294F-51CF44432810}"/>
                </a:ext>
              </a:extLst>
            </p:cNvPr>
            <p:cNvSpPr txBox="1"/>
            <p:nvPr/>
          </p:nvSpPr>
          <p:spPr>
            <a:xfrm>
              <a:off x="618570" y="5373298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</a:p>
          </p:txBody>
        </p:sp>
      </p:grpSp>
      <p:grpSp>
        <p:nvGrpSpPr>
          <p:cNvPr id="49" name="Group 37">
            <a:extLst>
              <a:ext uri="{FF2B5EF4-FFF2-40B4-BE49-F238E27FC236}">
                <a16:creationId xmlns:a16="http://schemas.microsoft.com/office/drawing/2014/main" id="{1883AC52-B7D5-30C1-6BC1-B08C84471B78}"/>
              </a:ext>
            </a:extLst>
          </p:cNvPr>
          <p:cNvGrpSpPr/>
          <p:nvPr/>
        </p:nvGrpSpPr>
        <p:grpSpPr>
          <a:xfrm>
            <a:off x="542370" y="7068380"/>
            <a:ext cx="540633" cy="525372"/>
            <a:chOff x="542370" y="7068380"/>
            <a:chExt cx="812800" cy="869819"/>
          </a:xfrm>
        </p:grpSpPr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4582E897-A105-4693-C495-891C4E40098C}"/>
                </a:ext>
              </a:extLst>
            </p:cNvPr>
            <p:cNvSpPr/>
            <p:nvPr/>
          </p:nvSpPr>
          <p:spPr>
            <a:xfrm>
              <a:off x="542370" y="706838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54" name="TextBox 39">
              <a:extLst>
                <a:ext uri="{FF2B5EF4-FFF2-40B4-BE49-F238E27FC236}">
                  <a16:creationId xmlns:a16="http://schemas.microsoft.com/office/drawing/2014/main" id="{BD88E184-C017-B050-0336-4A991B7B11F6}"/>
                </a:ext>
              </a:extLst>
            </p:cNvPr>
            <p:cNvSpPr txBox="1"/>
            <p:nvPr/>
          </p:nvSpPr>
          <p:spPr>
            <a:xfrm>
              <a:off x="618570" y="712135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50" name="Group 8">
            <a:extLst>
              <a:ext uri="{FF2B5EF4-FFF2-40B4-BE49-F238E27FC236}">
                <a16:creationId xmlns:a16="http://schemas.microsoft.com/office/drawing/2014/main" id="{C9D99F01-60C2-C016-D892-C5B5A881CAA5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748346" y="-1073443"/>
            <a:chExt cx="212191" cy="812800"/>
          </a:xfrm>
        </p:grpSpPr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08CEC0D9-E3E4-130A-4B11-1BDCA2878CFF}"/>
                </a:ext>
              </a:extLst>
            </p:cNvPr>
            <p:cNvSpPr/>
            <p:nvPr/>
          </p:nvSpPr>
          <p:spPr>
            <a:xfrm>
              <a:off x="-1748346" y="-1073443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it-IT"/>
            </a:p>
          </p:txBody>
        </p:sp>
        <p:sp>
          <p:nvSpPr>
            <p:cNvPr id="52" name="TextBox 10">
              <a:extLst>
                <a:ext uri="{FF2B5EF4-FFF2-40B4-BE49-F238E27FC236}">
                  <a16:creationId xmlns:a16="http://schemas.microsoft.com/office/drawing/2014/main" id="{5B23847F-19FB-625A-947D-8096EF8B454C}"/>
                </a:ext>
              </a:extLst>
            </p:cNvPr>
            <p:cNvSpPr txBox="1"/>
            <p:nvPr/>
          </p:nvSpPr>
          <p:spPr>
            <a:xfrm>
              <a:off x="-1728453" y="-1025818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2D7AB-E45D-7E04-5C36-87AD202CA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5FF8E9-CC57-F616-9764-6E3A9E768FD5}"/>
              </a:ext>
            </a:extLst>
          </p:cNvPr>
          <p:cNvGrpSpPr/>
          <p:nvPr/>
        </p:nvGrpSpPr>
        <p:grpSpPr>
          <a:xfrm>
            <a:off x="8407642" y="-1043621"/>
            <a:ext cx="11639457" cy="11639457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8D1D77-6EE3-C658-634A-B6C9B314C57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912F9FF-F5D9-3BF5-172C-7D598C2A65D8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666AE99A-DD22-88BE-1227-479051DD9966}"/>
              </a:ext>
            </a:extLst>
          </p:cNvPr>
          <p:cNvGrpSpPr/>
          <p:nvPr/>
        </p:nvGrpSpPr>
        <p:grpSpPr>
          <a:xfrm>
            <a:off x="10535819" y="1096033"/>
            <a:ext cx="7387528" cy="7364953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7CB0D2A-9FFC-3E0D-9D93-BB24DC122A8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D9EAFA8B-CB05-7B3A-3767-E24F0280D8F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7">
            <a:extLst>
              <a:ext uri="{FF2B5EF4-FFF2-40B4-BE49-F238E27FC236}">
                <a16:creationId xmlns:a16="http://schemas.microsoft.com/office/drawing/2014/main" id="{B7574759-CC41-1CFA-5F7C-7A3A17AF51CB}"/>
              </a:ext>
            </a:extLst>
          </p:cNvPr>
          <p:cNvSpPr txBox="1"/>
          <p:nvPr/>
        </p:nvSpPr>
        <p:spPr>
          <a:xfrm>
            <a:off x="4787572" y="707742"/>
            <a:ext cx="870882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Conclusions</a:t>
            </a:r>
            <a:endParaRPr lang="en-US" sz="4500" b="1" dirty="0">
              <a:solidFill>
                <a:srgbClr val="191919"/>
              </a:solidFill>
              <a:latin typeface="Gotham Bold"/>
              <a:ea typeface="Gotham Bold"/>
              <a:cs typeface="Gotham Bold"/>
            </a:endParaRP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7D29925F-17D7-2E0D-7D06-648D51C3B3E4}"/>
              </a:ext>
            </a:extLst>
          </p:cNvPr>
          <p:cNvSpPr txBox="1"/>
          <p:nvPr/>
        </p:nvSpPr>
        <p:spPr>
          <a:xfrm>
            <a:off x="2677941" y="2898727"/>
            <a:ext cx="7632794" cy="46935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A ligthweight network can obtain good results even with very few training samples</a:t>
            </a:r>
            <a:endParaRPr lang="en-US" sz="2500">
              <a:solidFill>
                <a:srgbClr val="191919"/>
              </a:solidFill>
              <a:latin typeface="Gotham"/>
              <a:ea typeface="Calibri"/>
              <a:cs typeface="Gotham Bold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Online data augmentation is helpful when classes are similar to each other</a:t>
            </a:r>
          </a:p>
          <a:p>
            <a:endParaRPr lang="en-US" sz="2500" dirty="0">
              <a:solidFill>
                <a:srgbClr val="191919"/>
              </a:solidFill>
              <a:latin typeface="Gotham"/>
              <a:cs typeface="Gotham Bold"/>
            </a:endParaRPr>
          </a:p>
          <a:p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Future work:</a:t>
            </a:r>
            <a:endParaRPr lang="en-US" sz="250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buFont typeface="Arial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Optimize hyperparameters and data augmentation pipeline</a:t>
            </a:r>
            <a:endParaRPr lang="en-US" sz="2450" dirty="0">
              <a:solidFill>
                <a:srgbClr val="191919"/>
              </a:solidFill>
              <a:latin typeface="Gotham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500" dirty="0">
                <a:solidFill>
                  <a:srgbClr val="191919"/>
                </a:solidFill>
                <a:latin typeface="Gotham"/>
                <a:cs typeface="Gotham Bold"/>
              </a:rPr>
              <a:t>Adapt the model to work with fewer training </a:t>
            </a:r>
            <a:r>
              <a:rPr lang="en-US" sz="2500">
                <a:solidFill>
                  <a:srgbClr val="191919"/>
                </a:solidFill>
                <a:latin typeface="Gotham"/>
                <a:cs typeface="Gotham Bold"/>
              </a:rPr>
              <a:t>samples</a:t>
            </a:r>
            <a:endParaRPr lang="en-US" sz="2500">
              <a:solidFill>
                <a:srgbClr val="191919"/>
              </a:solidFill>
              <a:latin typeface="Gotham"/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450" dirty="0">
              <a:solidFill>
                <a:srgbClr val="191919"/>
              </a:solidFill>
              <a:latin typeface="Gotham"/>
              <a:cs typeface="Gotham Bold"/>
            </a:endParaRPr>
          </a:p>
          <a:p>
            <a:pPr marL="342900" indent="-342900">
              <a:buFont typeface="Arial,Sans-Serif"/>
              <a:buChar char="•"/>
            </a:pPr>
            <a:endParaRPr lang="en-US" sz="2450" dirty="0">
              <a:solidFill>
                <a:srgbClr val="191919"/>
              </a:solidFill>
              <a:latin typeface="Gotham"/>
              <a:cs typeface="Gotham Bold"/>
            </a:endParaRP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50C5E46B-4E07-4527-C8CB-3B6372050F39}"/>
              </a:ext>
            </a:extLst>
          </p:cNvPr>
          <p:cNvGrpSpPr/>
          <p:nvPr/>
        </p:nvGrpSpPr>
        <p:grpSpPr>
          <a:xfrm>
            <a:off x="278093" y="6651495"/>
            <a:ext cx="1055890" cy="958822"/>
            <a:chOff x="278093" y="6651495"/>
            <a:chExt cx="812800" cy="81280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D58D374-48D5-0CF2-BAB9-310154DD764A}"/>
                </a:ext>
              </a:extLst>
            </p:cNvPr>
            <p:cNvSpPr/>
            <p:nvPr/>
          </p:nvSpPr>
          <p:spPr>
            <a:xfrm>
              <a:off x="278093" y="6651495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BEF089E2-AE98-6B54-AE6F-F2DDC478CB4E}"/>
                </a:ext>
              </a:extLst>
            </p:cNvPr>
            <p:cNvSpPr txBox="1"/>
            <p:nvPr/>
          </p:nvSpPr>
          <p:spPr>
            <a:xfrm>
              <a:off x="354293" y="6679516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50" dirty="0">
                  <a:solidFill>
                    <a:srgbClr val="FFFEFE"/>
                  </a:solidFill>
                  <a:latin typeface="Gotham"/>
                  <a:ea typeface="Gotham"/>
                  <a:cs typeface="Gotham"/>
                </a:rPr>
                <a:t>7</a:t>
              </a:r>
            </a:p>
          </p:txBody>
        </p:sp>
      </p:grpSp>
      <p:grpSp>
        <p:nvGrpSpPr>
          <p:cNvPr id="19" name="Group 12">
            <a:extLst>
              <a:ext uri="{FF2B5EF4-FFF2-40B4-BE49-F238E27FC236}">
                <a16:creationId xmlns:a16="http://schemas.microsoft.com/office/drawing/2014/main" id="{BABCCF1E-1043-137A-0E90-869F0781A589}"/>
              </a:ext>
            </a:extLst>
          </p:cNvPr>
          <p:cNvGrpSpPr/>
          <p:nvPr/>
        </p:nvGrpSpPr>
        <p:grpSpPr>
          <a:xfrm>
            <a:off x="542370" y="3981022"/>
            <a:ext cx="540633" cy="525372"/>
            <a:chOff x="542370" y="3981022"/>
            <a:chExt cx="812800" cy="869819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CA9277D4-579E-9741-C0C0-E820F935E3ED}"/>
                </a:ext>
              </a:extLst>
            </p:cNvPr>
            <p:cNvSpPr/>
            <p:nvPr/>
          </p:nvSpPr>
          <p:spPr>
            <a:xfrm>
              <a:off x="542370" y="3981022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7FC5BF20-5B1B-1207-27FF-FD9CB9D83125}"/>
                </a:ext>
              </a:extLst>
            </p:cNvPr>
            <p:cNvSpPr txBox="1"/>
            <p:nvPr/>
          </p:nvSpPr>
          <p:spPr>
            <a:xfrm>
              <a:off x="618570" y="4033992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3</a:t>
              </a:r>
            </a:p>
          </p:txBody>
        </p:sp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01CC79B2-133B-E315-3B71-741E4664876B}"/>
              </a:ext>
            </a:extLst>
          </p:cNvPr>
          <p:cNvGrpSpPr/>
          <p:nvPr/>
        </p:nvGrpSpPr>
        <p:grpSpPr>
          <a:xfrm>
            <a:off x="542370" y="2684077"/>
            <a:ext cx="540633" cy="525372"/>
            <a:chOff x="542370" y="2684077"/>
            <a:chExt cx="812800" cy="869819"/>
          </a:xfrm>
        </p:grpSpPr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D62F03CB-F407-829D-DA1C-CC80B5A58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370" y="2684077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E32A3C34-E6F9-C2F7-D298-D8E110B67780}"/>
                </a:ext>
              </a:extLst>
            </p:cNvPr>
            <p:cNvSpPr txBox="1"/>
            <p:nvPr/>
          </p:nvSpPr>
          <p:spPr>
            <a:xfrm>
              <a:off x="618570" y="2737047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27" name="Group 18">
            <a:extLst>
              <a:ext uri="{FF2B5EF4-FFF2-40B4-BE49-F238E27FC236}">
                <a16:creationId xmlns:a16="http://schemas.microsoft.com/office/drawing/2014/main" id="{DD7C73B6-F0BD-2972-A7AF-D406FFADB94C}"/>
              </a:ext>
            </a:extLst>
          </p:cNvPr>
          <p:cNvGrpSpPr/>
          <p:nvPr/>
        </p:nvGrpSpPr>
        <p:grpSpPr>
          <a:xfrm>
            <a:off x="542370" y="4650331"/>
            <a:ext cx="540633" cy="525372"/>
            <a:chOff x="542370" y="4650331"/>
            <a:chExt cx="812800" cy="869819"/>
          </a:xfrm>
        </p:grpSpPr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42981BB-8F84-F325-CD07-048D0F4A9D10}"/>
                </a:ext>
              </a:extLst>
            </p:cNvPr>
            <p:cNvSpPr/>
            <p:nvPr/>
          </p:nvSpPr>
          <p:spPr>
            <a:xfrm>
              <a:off x="542370" y="4650331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0">
              <a:extLst>
                <a:ext uri="{FF2B5EF4-FFF2-40B4-BE49-F238E27FC236}">
                  <a16:creationId xmlns:a16="http://schemas.microsoft.com/office/drawing/2014/main" id="{EDA09442-E5C2-D7D5-3A1D-1A4935B1719E}"/>
                </a:ext>
              </a:extLst>
            </p:cNvPr>
            <p:cNvSpPr txBox="1"/>
            <p:nvPr/>
          </p:nvSpPr>
          <p:spPr>
            <a:xfrm>
              <a:off x="618570" y="4703301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31" name="Group 21">
            <a:extLst>
              <a:ext uri="{FF2B5EF4-FFF2-40B4-BE49-F238E27FC236}">
                <a16:creationId xmlns:a16="http://schemas.microsoft.com/office/drawing/2014/main" id="{B533B14B-24D1-C4F7-37A6-6388398DD261}"/>
              </a:ext>
            </a:extLst>
          </p:cNvPr>
          <p:cNvGrpSpPr/>
          <p:nvPr/>
        </p:nvGrpSpPr>
        <p:grpSpPr>
          <a:xfrm>
            <a:off x="542370" y="3330521"/>
            <a:ext cx="540633" cy="525372"/>
            <a:chOff x="542370" y="3330521"/>
            <a:chExt cx="812800" cy="869819"/>
          </a:xfrm>
        </p:grpSpPr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09DBB918-CF30-8ACB-3EBD-3B5DA4AB32BB}"/>
                </a:ext>
              </a:extLst>
            </p:cNvPr>
            <p:cNvSpPr/>
            <p:nvPr/>
          </p:nvSpPr>
          <p:spPr>
            <a:xfrm>
              <a:off x="542370" y="3330521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23">
              <a:extLst>
                <a:ext uri="{FF2B5EF4-FFF2-40B4-BE49-F238E27FC236}">
                  <a16:creationId xmlns:a16="http://schemas.microsoft.com/office/drawing/2014/main" id="{6C5AE7F9-AEAC-451D-F0B9-722DC857916B}"/>
                </a:ext>
              </a:extLst>
            </p:cNvPr>
            <p:cNvSpPr txBox="1"/>
            <p:nvPr/>
          </p:nvSpPr>
          <p:spPr>
            <a:xfrm>
              <a:off x="618570" y="3383491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 dirty="0">
                <a:solidFill>
                  <a:srgbClr val="191919"/>
                </a:solidFill>
                <a:latin typeface="Gotham"/>
                <a:ea typeface="Gotham"/>
                <a:cs typeface="Gotham"/>
              </a:endParaRPr>
            </a:p>
          </p:txBody>
        </p:sp>
      </p:grpSp>
      <p:grpSp>
        <p:nvGrpSpPr>
          <p:cNvPr id="39" name="Group 24">
            <a:extLst>
              <a:ext uri="{FF2B5EF4-FFF2-40B4-BE49-F238E27FC236}">
                <a16:creationId xmlns:a16="http://schemas.microsoft.com/office/drawing/2014/main" id="{A3570927-6277-8F8C-C39A-F5F17958991B}"/>
              </a:ext>
            </a:extLst>
          </p:cNvPr>
          <p:cNvGrpSpPr/>
          <p:nvPr/>
        </p:nvGrpSpPr>
        <p:grpSpPr>
          <a:xfrm>
            <a:off x="542370" y="5320328"/>
            <a:ext cx="540633" cy="525372"/>
            <a:chOff x="542370" y="5320328"/>
            <a:chExt cx="812800" cy="869819"/>
          </a:xfrm>
        </p:grpSpPr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AB7FA312-77A7-C58F-508A-A5FC02B295FF}"/>
                </a:ext>
              </a:extLst>
            </p:cNvPr>
            <p:cNvSpPr/>
            <p:nvPr/>
          </p:nvSpPr>
          <p:spPr>
            <a:xfrm>
              <a:off x="542370" y="5320328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id="{A5F8B317-0060-A0C8-D53A-4E1B59444C39}"/>
                </a:ext>
              </a:extLst>
            </p:cNvPr>
            <p:cNvSpPr txBox="1"/>
            <p:nvPr/>
          </p:nvSpPr>
          <p:spPr>
            <a:xfrm>
              <a:off x="618570" y="5373298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5</a:t>
              </a:r>
            </a:p>
          </p:txBody>
        </p:sp>
      </p:grpSp>
      <p:grpSp>
        <p:nvGrpSpPr>
          <p:cNvPr id="44" name="Group 37">
            <a:extLst>
              <a:ext uri="{FF2B5EF4-FFF2-40B4-BE49-F238E27FC236}">
                <a16:creationId xmlns:a16="http://schemas.microsoft.com/office/drawing/2014/main" id="{09AFCD99-B9B0-E365-1493-AAFA1C8A6CD6}"/>
              </a:ext>
            </a:extLst>
          </p:cNvPr>
          <p:cNvGrpSpPr/>
          <p:nvPr/>
        </p:nvGrpSpPr>
        <p:grpSpPr>
          <a:xfrm>
            <a:off x="542370" y="5978297"/>
            <a:ext cx="540633" cy="525372"/>
            <a:chOff x="542370" y="5978297"/>
            <a:chExt cx="812800" cy="869819"/>
          </a:xfrm>
        </p:grpSpPr>
        <p:sp>
          <p:nvSpPr>
            <p:cNvPr id="42" name="Freeform 38">
              <a:extLst>
                <a:ext uri="{FF2B5EF4-FFF2-40B4-BE49-F238E27FC236}">
                  <a16:creationId xmlns:a16="http://schemas.microsoft.com/office/drawing/2014/main" id="{5B5D74D5-65FD-4436-6BDA-CA75BACB8828}"/>
                </a:ext>
              </a:extLst>
            </p:cNvPr>
            <p:cNvSpPr/>
            <p:nvPr/>
          </p:nvSpPr>
          <p:spPr>
            <a:xfrm>
              <a:off x="542370" y="5978297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108AC4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TextBox 39">
              <a:extLst>
                <a:ext uri="{FF2B5EF4-FFF2-40B4-BE49-F238E27FC236}">
                  <a16:creationId xmlns:a16="http://schemas.microsoft.com/office/drawing/2014/main" id="{75D26531-3A60-B81E-A429-3A6078ACB96C}"/>
                </a:ext>
              </a:extLst>
            </p:cNvPr>
            <p:cNvSpPr txBox="1"/>
            <p:nvPr/>
          </p:nvSpPr>
          <p:spPr>
            <a:xfrm>
              <a:off x="618570" y="6031267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</a:rPr>
                <a:t>6</a:t>
              </a:r>
            </a:p>
          </p:txBody>
        </p:sp>
      </p:grpSp>
      <p:grpSp>
        <p:nvGrpSpPr>
          <p:cNvPr id="48" name="Group 8">
            <a:extLst>
              <a:ext uri="{FF2B5EF4-FFF2-40B4-BE49-F238E27FC236}">
                <a16:creationId xmlns:a16="http://schemas.microsoft.com/office/drawing/2014/main" id="{E813050E-235E-7B10-E81F-EA832347913F}"/>
              </a:ext>
            </a:extLst>
          </p:cNvPr>
          <p:cNvGrpSpPr/>
          <p:nvPr/>
        </p:nvGrpSpPr>
        <p:grpSpPr>
          <a:xfrm>
            <a:off x="-1748346" y="-1073443"/>
            <a:ext cx="3499668" cy="13405540"/>
            <a:chOff x="-1373119" y="-1315898"/>
            <a:chExt cx="212191" cy="812800"/>
          </a:xfrm>
        </p:grpSpPr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B7799367-BD2D-7051-A571-214ACA4FC74E}"/>
                </a:ext>
              </a:extLst>
            </p:cNvPr>
            <p:cNvSpPr/>
            <p:nvPr/>
          </p:nvSpPr>
          <p:spPr>
            <a:xfrm>
              <a:off x="-1373119" y="-1315898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10">
              <a:extLst>
                <a:ext uri="{FF2B5EF4-FFF2-40B4-BE49-F238E27FC236}">
                  <a16:creationId xmlns:a16="http://schemas.microsoft.com/office/drawing/2014/main" id="{B0131605-F5AE-2612-A8BA-B7DDC24EFBC3}"/>
                </a:ext>
              </a:extLst>
            </p:cNvPr>
            <p:cNvSpPr txBox="1"/>
            <p:nvPr/>
          </p:nvSpPr>
          <p:spPr>
            <a:xfrm>
              <a:off x="-1353226" y="-1268273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4698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1526E-3BEF-A534-9984-8F0B7559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AE3904-1F61-6B88-13A2-598852B5FFDC}"/>
              </a:ext>
            </a:extLst>
          </p:cNvPr>
          <p:cNvGrpSpPr/>
          <p:nvPr/>
        </p:nvGrpSpPr>
        <p:grpSpPr>
          <a:xfrm>
            <a:off x="-4468512" y="-353712"/>
            <a:ext cx="10994424" cy="10994424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A9AFE8-E53B-2DF9-20D6-95B235C04C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108AC4"/>
              </a:solidFill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59D43D1-B913-63C8-06C9-4E3B8F54FBB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A6A5860-F692-7B11-B527-59216D9E3208}"/>
              </a:ext>
            </a:extLst>
          </p:cNvPr>
          <p:cNvSpPr/>
          <p:nvPr/>
        </p:nvSpPr>
        <p:spPr>
          <a:xfrm>
            <a:off x="1028700" y="91400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B58E801-E62A-C5F5-E615-C416BFD9EF76}"/>
              </a:ext>
            </a:extLst>
          </p:cNvPr>
          <p:cNvGrpSpPr/>
          <p:nvPr/>
        </p:nvGrpSpPr>
        <p:grpSpPr>
          <a:xfrm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CF9C807-DF7B-30F6-A746-CBE0EEA76A9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8AC4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F8F9890-DCE6-93F1-495A-511AE369F6B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0A01C8A-0269-6669-1EEB-0F0C6EDEB953}"/>
              </a:ext>
            </a:extLst>
          </p:cNvPr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04881"/>
            </a:stretch>
          </a:blipFill>
        </p:spPr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E7204A08-58AE-EC36-6653-1C57DADB4A34}"/>
              </a:ext>
            </a:extLst>
          </p:cNvPr>
          <p:cNvGrpSpPr/>
          <p:nvPr/>
        </p:nvGrpSpPr>
        <p:grpSpPr>
          <a:xfrm>
            <a:off x="12266682" y="-8745129"/>
            <a:ext cx="11639457" cy="11639457"/>
            <a:chOff x="0" y="0"/>
            <a:chExt cx="812800" cy="81280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275B8B6A-1454-2E8F-1AA6-E7CF4659F9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108AC4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C2A08E9A-5386-73FD-3B78-5AA05DFAAF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3B96E68E-3B91-9B00-CEC6-9D8532010CAB}"/>
              </a:ext>
            </a:extLst>
          </p:cNvPr>
          <p:cNvSpPr txBox="1"/>
          <p:nvPr/>
        </p:nvSpPr>
        <p:spPr>
          <a:xfrm>
            <a:off x="3044881" y="3932634"/>
            <a:ext cx="12198237" cy="1591461"/>
          </a:xfrm>
          <a:prstGeom prst="rect">
            <a:avLst/>
          </a:prstGeom>
          <a:solidFill>
            <a:schemeClr val="bg1"/>
          </a:solidFill>
        </p:spPr>
        <p:txBody>
          <a:bodyPr lIns="50800" tIns="50800" rIns="50800" bIns="50800" rtlCol="0" anchor="ctr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Thanks for your time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177720BB-6FCA-D861-83AF-47B30DAE1527}"/>
              </a:ext>
            </a:extLst>
          </p:cNvPr>
          <p:cNvSpPr txBox="1"/>
          <p:nvPr/>
        </p:nvSpPr>
        <p:spPr>
          <a:xfrm>
            <a:off x="5578544" y="476373"/>
            <a:ext cx="7130912" cy="1758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Neural Networks</a:t>
            </a:r>
            <a:endParaRPr lang="en-US" sz="2500" spc="139" dirty="0">
              <a:solidFill>
                <a:srgbClr val="191919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>
                <a:solidFill>
                  <a:srgbClr val="191919"/>
                </a:solidFill>
                <a:latin typeface="Gotham"/>
                <a:ea typeface="Gotham"/>
                <a:cs typeface="Gotham"/>
              </a:rPr>
              <a:t>06/02/2026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endParaRPr lang="en-US" sz="2500" spc="139" dirty="0">
              <a:solidFill>
                <a:srgbClr val="191919"/>
              </a:solidFill>
              <a:latin typeface="Gotham"/>
              <a:ea typeface="Gotham"/>
              <a:cs typeface="Gotham"/>
            </a:endParaRP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500" spc="139" dirty="0">
                <a:solidFill>
                  <a:srgbClr val="191919"/>
                </a:solidFill>
                <a:latin typeface="Gotham"/>
                <a:ea typeface="Gotham"/>
                <a:cs typeface="Gotham"/>
              </a:rPr>
              <a:t>Valerio Massimo Carioti</a:t>
            </a:r>
          </a:p>
        </p:txBody>
      </p:sp>
    </p:spTree>
    <p:extLst>
      <p:ext uri="{BB962C8B-B14F-4D97-AF65-F5344CB8AC3E}">
        <p14:creationId xmlns:p14="http://schemas.microsoft.com/office/powerpoint/2010/main" val="3336165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Personalizzato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revision>1732</cp:revision>
  <dcterms:created xsi:type="dcterms:W3CDTF">2006-08-16T00:00:00Z</dcterms:created>
  <dcterms:modified xsi:type="dcterms:W3CDTF">2026-02-02T18:19:14Z</dcterms:modified>
  <dc:identifier>DAGqVGjjGgY</dc:identifier>
</cp:coreProperties>
</file>